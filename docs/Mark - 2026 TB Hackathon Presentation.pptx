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1" r:id="rId3"/>
    <p:sldId id="259" r:id="rId4"/>
    <p:sldId id="257" r:id="rId5"/>
    <p:sldId id="258" r:id="rId6"/>
    <p:sldId id="260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3T06:29:05.35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3385 161 24575,'-61'-1'0,"-94"-13"0,33-7 0,87 17 0,-68 2 0,70 2 0,1 0 0,-54-9 0,4-8 0,-2 4 0,-140-4 0,201 16 0,1-1 0,-23-5 0,22 3 0,-40-2 0,-562 7 0,603-2 0,0-1 0,-23-5 0,23 2 0,-43-1 0,-70 8 0,-101-4 0,178-7 0,40 5 0,0 1 0,-24 0 0,-25 1 0,21 0 0,-1 2 0,-56 8 0,89-5 0,0 1 0,-20 8 0,-16 4 0,37-12 0,-1 1 0,2 0 0,-17 9 0,18-9 0,1 0 0,0 0 0,-1-1 0,0 0 0,-22 4 0,10-4 0,0 2 0,0 0 0,-44 20 0,47-16 0,1 2 0,1 0 0,0 0 0,0 2 0,2 1 0,0 0 0,0 0 0,1 2 0,-24 35 0,36-46 0,-1 0 0,1 0 0,1 1 0,-1-1 0,1 1 0,0-1 0,1 1 0,-1 0 0,0 13 0,4 69 0,0-41 0,-1-40 0,-1 0 0,1 0 0,1 0 0,0 0 0,0-1 0,0 1 0,1-1 0,0 1 0,1-1 0,-1 0 0,7 8 0,-3-4 0,1-1 0,1 0 0,0 0 0,0-1 0,1-1 0,12 10 0,43 31 0,32 23 0,-79-62 0,1 0 0,0-2 0,36 12 0,-40-16 0,1-1 0,-1-1 0,18 1 0,-17-3 0,0 2 0,-1 0 0,18 5 0,46 13 0,87 11 0,22 4 0,-157-28 0,177 37 0,-176-41 0,46-2 0,-57-2 0,0 1 0,0 1 0,-1 1 0,1 0 0,0 2 0,20 6 0,-21-4 0,0-1 0,0-1 0,1-1 0,29 2 0,87-6 0,-55-1 0,5351 2 0,-5404-2 0,-1-2 0,0 0 0,0-2 0,-1-1 0,32-13 0,35-8 0,-67 21 0,0-2 0,-1 0 0,27-15 0,-41 17 0,0 2 0,0-1 0,0 2 0,1 0 0,-1 0 0,1 1 0,21-2 0,-12 1 0,-1-1 0,-1 0 0,1-2 0,-1 0 0,0-2 0,0 0 0,-1-1 0,33-23 0,-47 28 0,0 0 0,0 0 0,0 0 0,-1 0 0,0-1 0,0 0 0,0 0 0,-1 0 0,0 0 0,0 0 0,-1-1 0,0 1 0,0-1 0,0 0 0,0-8 0,1-3 0,-1 0 0,-1-1 0,-1 1 0,-2-28 0,0 40 0,1 0 0,-1 1 0,0-1 0,0 0 0,0 1 0,-1 0 0,0 0 0,0 0 0,0 0 0,-5-5 0,-44-47 0,36 41 0,-7-6 0,-2 2 0,0 0 0,-2 1 0,-29-15 0,42 27 0,0 2 0,-1 0 0,1 1 0,-1 0 0,0 1 0,-29-3 0,14 3 0,-48-8 0,-117-2 0,-2288 16 0,1296-5 0,1167 0 0,0 0 0,0-1 0,0-2 0,0 0 0,-28-11 0,-39-10 0,81 24 16,-1 0 0,1 0-1,0-1 1,0 0 0,-6-3 0,-11-6-1476,11 7-5366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1T18:14:23.34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1782 85 24575,'-5'-1'0,"-1"0"0,1 0 0,-1 0 0,1 0 0,0-1 0,-1 0 0,1 0 0,0-1 0,0 0 0,-7-5 0,5 4 0,0 0 0,0 0 0,0 1 0,-14-5 0,-12 3 0,0 1 0,0 1 0,0 2 0,-48 5 0,-3-1 0,-736-3 0,791 1 0,-57 11 0,-11 1 0,74-12 0,9-1 0,0 0 0,0 1 0,0 1 0,0 0 0,1 1 0,-1 0 0,1 1 0,0 1 0,-18 8 0,-3 4 0,19-10 0,1 1 0,-1 0 0,-17 14 0,28-19 0,0 0 0,1 1 0,-1 0 0,1 0 0,-1 0 0,1 0 0,1 0 0,-1 1 0,0-1 0,1 1 0,0 0 0,0 0 0,0 0 0,-1 9 0,-1 23 0,1 0 0,3 0 0,3 38 0,0 10 0,-3-74 0,-1 5 0,2 0 0,0 0 0,0-1 0,8 30 0,-8-41 0,0 0 0,0 0 0,1-1 0,0 1 0,0 0 0,0-1 0,0 1 0,1-1 0,-1 0 0,1 0 0,0 0 0,0 0 0,0 0 0,0-1 0,0 1 0,1-1 0,-1 0 0,1 0 0,-1 0 0,1-1 0,0 1 0,0-1 0,0 0 0,4 1 0,10 1 0,-1-1 0,20-1 0,-21 0 0,0 0 0,30 5 0,-15 0 0,0-2 0,0-1 0,53-2 0,23 1 0,-40 11 0,-49-9 0,-1 0 0,20 1 0,239-5 0,15 1 0,-184 13 0,-63-8 0,58 3 0,1515-8 0,-751-3 0,-849 1 0,0-1 0,-1 0 0,1-2 0,-1 1 0,0-2 0,29-12 0,-9 0 0,60-36 0,-91 50 0,1-1 0,-1 0 0,1 1 0,-1-2 0,-1 1 0,1-1 0,0 1 0,-1-1 0,0-1 0,0 1 0,-1 0 0,0-1 0,1 0 0,-2 0 0,1 0 0,-1 0 0,0 0 0,0-1 0,-1 1 0,1 0 0,-2-1 0,1 1 0,-1-1 0,0 0 0,0 1 0,0-1 0,-1 1 0,0-1 0,-1 1 0,1 0 0,-1-1 0,-1 1 0,1 0 0,-1 0 0,0 0 0,0 1 0,0-1 0,-1 1 0,0 0 0,-5-6 0,-9-6 0,0 0 0,-2 2 0,0 0 0,-36-21 0,26 20 0,-46-17 0,47 21 0,-55-18 0,-109-24 0,165 47 0,-40-9 0,31 8 0,0-1 0,1-2 0,-40-18 0,59 23 0,1 1 0,0 1 0,-1 0 0,0 1 0,0 1 0,0 1 0,-31 2 0,20-2 0,-44-4 0,-154-29 0,25 7 0,133 19 0,0 3 0,-112 6 0,60 2 0,-672-3-1365,769 0-5461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1T18:14:28.11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5192 193 24575,'-2433'0'0,"2398"-2"0,-58-10 0,55 6 0,-41-2 0,28 7 0,-89-14 0,72 0 0,38 8 0,0 1 0,-61-5 0,-94 14 0,-95-5 0,242-3 0,-1-2 0,-38-12 0,-15-3 0,59 16 0,-6-3 0,0 3 0,-67-3 0,-15 11 0,-113-4 0,149-11 0,56 8 0,-48-4 0,55 9 0,-229 2 0,245-2 0,0 1 0,0 1 0,0-1 0,0 1 0,1 0 0,-1 1 0,1-1 0,-1 1 0,1 0 0,-7 5 0,-45 43 0,9-8 0,34-33 0,0 1 0,0 1 0,1 0 0,0 0 0,1 1 0,0 1 0,2 0 0,-1 1 0,2 0 0,0 1 0,-10 23 0,12-17 0,0-1 0,2 1 0,1 0 0,0 1 0,2-1 0,0 33 0,2-22 0,-1-13 0,1 1 0,1-1 0,7 36 0,-7-49 0,1-1 0,0 0 0,0 0 0,1 0 0,0 0 0,0-1 0,0 1 0,1-1 0,0 1 0,0-1 0,0-1 0,0 1 0,1 0 0,0-1 0,0 0 0,7 4 0,11 5 0,1-1 0,45 14 0,-33-12 0,-12-7 0,-1 0 0,46 6 0,-39-9 0,34 11 0,-31-6 0,0-2 0,1-1 0,54 2 0,104-8 0,-77-2 0,-75 4 0,59 10 0,-57-6 0,56 2 0,2133-7 0,-1037-3 0,-746 2 0,-430-1 0,0 0 0,0-1 0,1-1 0,-2-1 0,31-10 0,80-42 0,-103 45 0,8-3 0,42-12 0,-40 16 0,37-18 0,-47 17 0,-17 8 0,1-1 0,-1 0 0,0 0 0,0-1 0,0 0 0,11-11 0,-3 3 0,0 1 0,25-14 0,-27 17 0,0 0 0,0-1 0,16-16 0,-25 22 0,-1-2 0,1 1 0,-1 0 0,0-1 0,-1 0 0,0 0 0,1 0 0,-2 0 0,1 0 0,-1-1 0,0 1 0,1-8 0,-2 8 0,0-1 0,0 1 0,-1-1 0,1 0 0,-2 1 0,1-1 0,-1 1 0,0-1 0,0 1 0,-1-1 0,1 1 0,-2 0 0,1 0 0,-1 0 0,-6-11 0,5 10 0,-1 1 0,0 0 0,-1 1 0,1-1 0,-1 1 0,0 0 0,0 0 0,-1 1 0,1 0 0,-1 0 0,0 0 0,0 1 0,-11-3 0,-35-11 0,30 11 0,0-2 0,1 0 0,-30-17 0,42 21 0,-1-1 0,0 2 0,1-1 0,-1 1 0,0 1 0,-1 0 0,1 0 0,-13 1 0,11 0 0,-1 0 0,0-1 0,1-1 0,-24-8 0,10 2 0,-1 1 0,0 1 0,0 1 0,-1 2 0,1 1 0,-1 1 0,-48 3 0,23-1-1365,30 1-5461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1T18:15:33.40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24575,'5'0'0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1T18:16:27.85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2117 111 24575,'0'-1'0,"0"1"0,-1-1 0,1 0 0,0 0 0,-1 1 0,1-1 0,0 0 0,-1 1 0,1-1 0,-1 0 0,1 1 0,-1-1 0,1 0 0,-1 1 0,0-1 0,1 1 0,-1 0 0,0-1 0,1 1 0,-1-1 0,0 1 0,0 0 0,1-1 0,-1 1 0,0 0 0,0 0 0,-1 0 0,-26-4 0,23 3 0,-219-1 0,23 2 0,34-21 0,100 11 0,-93-3 0,-348 14 0,478 1 0,1 2 0,-1 0 0,0 2 0,-34 12 0,23-6 0,-51 7 0,70-14 0,0 1 0,0 0 0,1 2 0,0 1 0,-30 16 0,-2 1 0,-36 13 0,83-37 0,1 0 0,0 0 0,0 1 0,0 0 0,0 0 0,0 0 0,0 1 0,1-1 0,-1 1 0,1 0 0,0 0 0,1 1 0,-1-1 0,1 1 0,-1 0 0,1 0 0,1 0 0,-4 9 0,-1 6 0,1 0 0,1 0 0,-4 38 0,4-20 0,2-24 0,1-1 0,1 1 0,0 0 0,1 0 0,2 21 0,-1-29 0,1 0 0,0 0 0,0 0 0,0 0 0,0 0 0,1 0 0,0-1 0,0 1 0,1-1 0,0 0 0,0 0 0,0 0 0,0 0 0,6 4 0,-1-2 0,0 0 0,0-1 0,1-1 0,-1 0 0,1 0 0,15 5 0,67 17 0,-75-23 0,89 17 0,55 3 0,-89-18 0,123-6 0,-81-2 0,1379 2 0,-1455 2 0,43 7 0,36 2 0,504-12 0,-606 0 0,1-1 0,-1-1 0,0 0 0,0-1 0,16-6 0,26-7 0,-37 11 0,0-1 0,0-1 0,29-17 0,-46 24 0,7-4 0,-1 0 0,-1 0 0,1-1 0,-1 0 0,0 0 0,0-1 0,9-10 0,-13 12 0,-1 1 0,0-1 0,0 0 0,0 0 0,-1-1 0,0 1 0,0-1 0,0 1 0,0-1 0,-1 1 0,0-1 0,0 0 0,-1 0 0,0-7 0,1 1 0,-2 0 0,0 0 0,0 0 0,-1 1 0,0-1 0,-1 0 0,-6-13 0,6 17 0,-1 1 0,0 0 0,0 0 0,-1 0 0,0 0 0,0 1 0,-1-1 0,0 1 0,0 1 0,0-1 0,-10-5 0,-57-45 0,40 30 0,-65-39 0,70 49 0,-1 3 0,0 0 0,-2 2 0,1 1 0,-43-8 0,48 13 0,0-1 0,0-2 0,0 0 0,-35-18 0,46 21 0,0 1 0,-1 1 0,1 0 0,-1 0 0,-27 0 0,-22-4 0,11-4 0,26 5 0,0 1 0,0 1 0,-30 0 0,-36 6 0,-89-3 0,162-2 0,0-1 0,-30-10 0,32 8 0,1 2 0,-1 0 0,-29-3 0,26 6 0,-6-1 0,0 1 0,1 1 0,-33 5 0,53-4 0,0 0 0,0 1 0,-1-1 0,1 1 0,0 0 0,1 0 0,-1 1 0,0 0 0,1 0 0,-1 0 0,1 1 0,0 0 0,0 0 0,1 0 0,-1 0 0,1 1 0,0 0 0,0 0 0,-4 6 0,3-3-227,0 0-1,0-1 1,-1 1-1,0-1 1,-13 11-1,8-8-6598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1T18:18:17.39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1482 154 24575,'-9'-7'0,"0"1"0,-1-1 0,0 2 0,0-1 0,0 1 0,-1 1 0,0 0 0,-21-5 0,-3-2 0,-243-67 0,238 73 0,0 1 0,0 1 0,-68 6 0,19-1 0,41 0 0,-53 10 0,17-2 0,68-8 0,1 1 0,-1 1 0,-18 7 0,19-6 0,0-1 0,1 0 0,-30 4 0,21-6 0,0 1 0,0 1 0,-32 11 0,47-12 0,0 1 0,-1 0 0,2 0 0,-1 1 0,0 0 0,1 1 0,0-1 0,0 1 0,1 1 0,0-1 0,-11 15 0,8-7 0,0-1 0,1 2 0,0-1 0,1 1 0,-8 26 0,-6 16 0,13-39 0,1 1 0,1-1 0,0 2 0,2-1 0,-3 24 0,6-38 0,1-1 0,0 1 0,0 0 0,1 0 0,0-1 0,-1 1 0,2 0 0,-1-1 0,0 1 0,1-1 0,0 1 0,0-1 0,0 0 0,1 0 0,-1 0 0,1 0 0,0 0 0,0 0 0,0-1 0,1 1 0,-1-1 0,1 0 0,0 0 0,0-1 0,0 1 0,8 3 0,14 6 0,1-1 0,0-1 0,0-2 0,41 8 0,-20-8 0,89 3 0,-121-11 0,15 0 0,0 1 0,0 2 0,0 1 0,41 10 0,-46-7 0,0-2 0,1 0 0,43 0 0,84-6 0,-56-1 0,685 2 0,-767-1 0,0 0 0,28-8 0,-27 6 0,0 0 0,21-1 0,-17 3 0,1 2 0,0-2 0,-1 0 0,1-2 0,0 0 0,-1-1 0,1-1 0,38-15 0,7-4 0,-52 20 0,-1-1 0,-1 0 0,1 0 0,25-16 0,-35 18 0,0 0 0,0 0 0,0-1 0,-1 1 0,0-1 0,1 0 0,-1 0 0,-1 0 0,1 0 0,0-1 0,-1 1 0,0-1 0,0 1 0,-1-1 0,1 0 0,-1 0 0,0 0 0,1-9 0,-2 8 0,0 1 0,0-1 0,-1 1 0,0 0 0,0-1 0,0 1 0,0 0 0,-1 0 0,0-1 0,0 2 0,0-1 0,-1 0 0,0 0 0,0 1 0,0-1 0,0 1 0,-1 0 0,0 0 0,1 0 0,-2 1 0,1-1 0,-8-4 0,-9-6 0,-2 1 0,1 0 0,-37-12 0,43 18 0,-10-5 0,1 2 0,-1 1 0,0 1 0,-31-4 0,40 8 0,1 0 0,0-1 0,-19-9 0,-9-2 0,16 7 0,1-1 0,0 2 0,-40-6 0,26 8 0,0-1 0,-67-1 0,65 9 0,-7 0 0,0-2 0,-82-12 0,106 9 36,-1 2 0,-32 0 0,36 3-404,-1-2 0,1-1-1,-28-5 1,33 2-6458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1T18:20:54.39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232 0 24575,'1018'0'0,"-1011"1"0,0 0 0,0 0 0,0 1 0,0 0 0,0 0 0,0 0 0,-1 1 0,1 0 0,-1 1 0,0-1 0,1 1 0,-2 0 0,1 1 0,-1-1 0,1 1 0,-1 0 0,0 1 0,4 5 0,4 6 0,-1 1 0,0 0 0,-1 1 0,15 36 0,-6 15 0,-16-54 0,0 0 0,1-1 0,9 21 0,-8-26 0,-2 1 0,1 0 0,-1 1 0,-1-1 0,0 1 0,0-1 0,-1 1 0,-1 0 0,0 0 0,-1 13 0,1 41 0,-4 81 0,0-128 0,-1-1 0,0 0 0,-2 1 0,-8 18 0,-6 21 0,16-46 0,0 1 0,-1-1 0,-1-1 0,0 1 0,0-1 0,-1 0 0,-1-1 0,0 0 0,-16 17 0,-4-2 0,-61 43 0,17-14 0,-64 44 0,123-91 0,0 1 0,-1-2 0,0 0 0,-1 0 0,-19 4 0,-2 1 0,-100 27 0,84-25 0,41-12 0,1 1 0,0 1 0,0 0 0,0 0 0,0 1 0,-17 9 0,27-13 0,-1 0 0,1 0 0,0 0 0,-1 1 0,1-1 0,0 0 0,-1 0 0,1 0 0,0 0 0,0 1 0,-1-1 0,1 0 0,0 0 0,0 1 0,-1-1 0,1 0 0,0 1 0,0-1 0,0 0 0,0 1 0,-1-1 0,1 0 0,0 1 0,0-1 0,0 0 0,0 1 0,0-1 0,0 0 0,0 1 0,0-1 0,0 0 0,0 1 0,0-1 0,0 0 0,0 1 0,13 5 0,18-1 0,64 5 0,-57-5 0,48 1 0,2-8 0,98 4 0,-171 0 0,-1 1 0,0 1 0,0 0 0,0 1 0,18 9 0,-19-8 0,0-1 0,0 0 0,0-1 0,0 0 0,1-1 0,16 2 0,-13-5 0,-14 0 0,1-1 0,-1 1 0,1 0 0,-1 0 0,1 0 0,-1 1 0,0-1 0,1 1 0,-1 0 0,1 0 0,-1 0 0,0 0 0,5 3 0,-8-4 0,0 1 0,1-1 0,-1 0 0,0 0 0,0 1 0,1-1 0,-1 0 0,0 1 0,0-1 0,1 0 0,-1 1 0,0-1 0,0 0 0,0 1 0,0-1 0,0 0 0,1 1 0,-1-1 0,0 0 0,0 1 0,0-1 0,0 1 0,0-1 0,0 0 0,0 1 0,0-1 0,0 1 0,-1-1 0,1 0 0,0 1 0,0-1 0,0 0 0,0 1 0,-1 0 0,-12 8 0,-20 0 0,-86 6 0,-188 67 0,262-69 0,-24 11 0,51-16 0,-1-1 0,0-1 0,-1-1 0,1-1 0,-29 3 0,41-6 0,0-1 0,0 1 0,0 0 0,0 1 0,1 0 0,-1 0 0,0 0 0,1 1 0,0 0 0,-1 0 0,-5 5 0,8-5 0,1-1 0,-1 1 0,1 0 0,0 0 0,0 1 0,1-1 0,-1 0 0,1 1 0,-1 0 0,1-1 0,0 1 0,1 0 0,-1 0 0,1 0 0,-1 1 0,1-1 0,1 0 0,-2 9 0,2-5 0,0 1 0,1 0 0,0-1 0,0 1 0,1 0 0,0-1 0,1 0 0,-1 1 0,2-1 0,-1 0 0,1 0 0,8 11 0,6 6 0,0-1 0,29 28 0,-17-20 0,-5-7 0,0-1 0,40 27 0,-43-35 0,0 0 0,-2 2 0,0 0 0,-1 1 0,21 29 0,-18-16 0,56 87 0,-68-101 0,-1 1 0,0 0 0,-2 0 0,10 38 0,-7 10 0,-3 0 0,-3 1 0,-6 91 0,0-41 0,0-72 0,-14 75 0,13-98 0,-5 11 0,-1-1 0,-1-1 0,-25 53 0,23-57 0,4-12 0,-1 1 0,0-2 0,-21 28 0,8-14 0,12-15 0,-5 9 0,-1-1 0,-1 0 0,-1-2 0,-37 35 0,-8-8 0,-80 43 0,117-75 0,-50 23 0,63-34 0,0 1 0,0-2 0,0 0 0,-1 0 0,1-1 0,-21 0 0,1-2 0,-1-1 0,-44-7 0,62 4 0,0 0 0,0 0 0,0-2 0,1 0 0,-1 0 0,-24-16 0,-16-20 7,47 34-160,-1-1 1,0 2-1,0 0 1,-1 0 0,0 0-1,0 2 1,0-1-1,-14-3 1,10 5-6674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C9EA1E-98C4-4A2E-AAC3-800E357DC9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17904" y="1517904"/>
            <a:ext cx="9144000" cy="2798064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A96B1FA-5AE6-4D57-B37B-4AA0216007F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17904" y="4572000"/>
            <a:ext cx="9144000" cy="1527048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1F49B66-DBC3-45EE-A6E1-DE10A6C186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7B6AAC-AA9A-49F3-819E-6701FE09FA92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41085F0-1967-4B4F-9824-58E9F2E051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0AEDEE5-31B5-4868-8C16-47FF43E276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0F855B-ECD4-42F1-BD77-E4D6454707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68160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4C5BB2-C09C-49B0-BAFA-DE1801CD3E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A47C21-944D-47FE-9519-A255188371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7CE36D-6B7B-4D5E-831E-34A4286D6E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7B6AAC-AA9A-49F3-819E-6701FE09FA92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2AD668-6E19-425C-88F7-AF4220662C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905C53-CF7C-4936-9E35-1BEBD68362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0F855B-ECD4-42F1-BD77-E4D6454707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99442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146C78-A717-4E1F-A742-FD5AECA03B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7904" y="1517904"/>
            <a:ext cx="91440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A1270D-CCAE-4437-A0C0-052D111DFC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17904" y="4572000"/>
            <a:ext cx="91440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9F006A-7EEE-4DB0-8F92-D34C0D46C3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7B6AAC-AA9A-49F3-819E-6701FE09FA92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A3F2ED-2B0E-44A9-8603-286CA06345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4D801C-6B4E-40B6-9D6E-558192264D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0F855B-ECD4-42F1-BD77-E4D6454707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9416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C446AA-9418-4C3E-901B-8E2806122E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997482-2CA6-4707-976E-6FD4B57BFE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517904" y="2980944"/>
            <a:ext cx="4334256" cy="31181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909652-DD12-479C-B639-9452CBA8C0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36792" y="2980944"/>
            <a:ext cx="4334256" cy="31181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0EC7A6-AFB1-4989-A0B4-B422D5B2C6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7B6AAC-AA9A-49F3-819E-6701FE09FA92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D2117C-B497-4647-A66B-1887750FB5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E8C7AF-5092-416B-B61C-F41D3C573E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0F855B-ECD4-42F1-BD77-E4D6454707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43783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90CDE0-3FEB-42A0-8BCC-7DADE7D4A6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17905" y="2944368"/>
            <a:ext cx="4334256" cy="606026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778B8B-E9A3-44BE-85A6-3E316659A9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517904" y="3644987"/>
            <a:ext cx="4334256" cy="24496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0BF1BCA-A435-4779-A6FE-15207141F51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36792" y="2944368"/>
            <a:ext cx="4334256" cy="606026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49B1923-9749-49E3-88FA-75C326E6719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36792" y="3644987"/>
            <a:ext cx="4334256" cy="24496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F3A70F0-5AFA-4C5A-812B-220C6A38DB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7B6AAC-AA9A-49F3-819E-6701FE09FA92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76AF721-83FE-4B57-B910-C395D23FDE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56A5893-52F1-44A1-AE8E-CF094DB41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0F855B-ECD4-42F1-BD77-E4D6454707B9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D9D22302-83E3-4E22-93DF-1E5D463B64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94842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ED85A6-A4E6-4160-BE43-8146A98946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BA24A80-0792-4B3B-BB5A-8B2BD91095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7B6AAC-AA9A-49F3-819E-6701FE09FA92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526116E-7A6D-485F-9FA2-25F94D4F40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309ADCC-C5F2-4D90-B153-93DF558582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0F855B-ECD4-42F1-BD77-E4D6454707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47308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7862271-51F6-4122-9709-D279042F88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7B6AAC-AA9A-49F3-819E-6701FE09FA92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52CFE08-03FE-487B-8963-9FAD3049CF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935A50-18AE-4CB1-BB10-1CBDD8A7C2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0F855B-ECD4-42F1-BD77-E4D6454707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97870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11F683-796D-458C-9B32-A385D604DB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7904" y="1517904"/>
            <a:ext cx="3145536" cy="1792224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B1F0BD-641B-4148-BCB3-2704218C80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0952" y="1517904"/>
            <a:ext cx="5330952" cy="458114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28C843-B846-4456-9720-71B7D4FF40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517904" y="3483864"/>
            <a:ext cx="3145536" cy="2615184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3A3A03-31BD-4E7E-879A-A1C7184970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7B6AAC-AA9A-49F3-819E-6701FE09FA92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A39078-7D38-4851-A363-B6BC179A50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1FF25E-A25D-47AA-94EB-580A74F01F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0F855B-ECD4-42F1-BD77-E4D6454707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42206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EE83B4-9B31-4F73-9767-163636522F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7904" y="1517904"/>
            <a:ext cx="3145536" cy="1792224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C7CFC30-8163-47A0-A97F-3F2C3A3BE73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349240" y="764032"/>
            <a:ext cx="6089904" cy="5330952"/>
          </a:xfrm>
          <a:solidFill>
            <a:schemeClr val="bg1">
              <a:lumMod val="95000"/>
            </a:schemeClr>
          </a:solid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AF1B390-0C23-466E-987C-26420A5F09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517904" y="3483864"/>
            <a:ext cx="3145536" cy="2615184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C9CA7C-B9D0-4A72-8061-1E02AA15FE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7B6AAC-AA9A-49F3-819E-6701FE09FA92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3EFC84-C9FE-4BFA-9B4E-4516A13625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01A469-3EFC-4F94-8482-378582E1C1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0F855B-ECD4-42F1-BD77-E4D6454707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68642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DF9454-6F74-46A8-B299-4AF451BFB9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6F55CA9-A0BD-4609-9307-BAF987B262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5E4293-851E-4FA2-BFF2-B646A42369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7B6AAC-AA9A-49F3-819E-6701FE09FA92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A907F5-F26D-4A91-8D70-AB54F8B43D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8ACBD8-D942-449E-A2B8-358CD1365C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0F855B-ECD4-42F1-BD77-E4D6454707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33986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DA50897-0C2E-420B-9A38-A8D5C1D7278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450317" y="1517904"/>
            <a:ext cx="2220731" cy="454678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EDB2173-32A5-4677-A08F-DAB8FD430D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517904" y="1517904"/>
            <a:ext cx="6562553" cy="454678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DB124D-B801-4A6A-9DAF-EBC1B98FE4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7B6AAC-AA9A-49F3-819E-6701FE09FA92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DAF8DF-2544-45A5-B62B-BB7948FCCA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AC232D-131E-4BE6-8E2E-BAF5A30846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0F855B-ECD4-42F1-BD77-E4D6454707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22925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FB1D84C-7934-4E5B-B6E4-A1D6EC2995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7904" y="1517904"/>
            <a:ext cx="9144000" cy="134416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6A990F-40AC-447A-964A-840C94A647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17904" y="2971800"/>
            <a:ext cx="9144000" cy="312724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D832A1-FFBA-48B6-B2D0-E5414F12838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805672" y="6400800"/>
            <a:ext cx="186537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A17B6AAC-AA9A-49F3-819E-6701FE09FA92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933EC1-4EE2-4453-841C-CFDFE70894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58952" y="6400800"/>
            <a:ext cx="60990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CEBA78-E732-44EF-BA0B-FC42F79313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99648" y="6400800"/>
            <a:ext cx="5303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>
                <a:solidFill>
                  <a:schemeClr val="tx1"/>
                </a:solidFill>
              </a:defRPr>
            </a:lvl1pPr>
          </a:lstStyle>
          <a:p>
            <a:fld id="{A50F855B-ECD4-42F1-BD77-E4D6454707B9}" type="slidenum">
              <a:rPr lang="en-US" smtClean="0"/>
              <a:t>‹#›</a:t>
            </a:fld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49306479-8C4D-4E4A-A330-DFC80A8A01BE}"/>
              </a:ext>
            </a:extLst>
          </p:cNvPr>
          <p:cNvSpPr/>
          <p:nvPr/>
        </p:nvSpPr>
        <p:spPr>
          <a:xfrm>
            <a:off x="0" y="0"/>
            <a:ext cx="12192000" cy="6105524"/>
          </a:xfrm>
          <a:custGeom>
            <a:avLst/>
            <a:gdLst>
              <a:gd name="connsiteX0" fmla="*/ 0 w 12192000"/>
              <a:gd name="connsiteY0" fmla="*/ 0 h 6105524"/>
              <a:gd name="connsiteX1" fmla="*/ 12192000 w 12192000"/>
              <a:gd name="connsiteY1" fmla="*/ 0 h 6105524"/>
              <a:gd name="connsiteX2" fmla="*/ 12192000 w 12192000"/>
              <a:gd name="connsiteY2" fmla="*/ 6105524 h 6105524"/>
              <a:gd name="connsiteX3" fmla="*/ 11435080 w 12192000"/>
              <a:gd name="connsiteY3" fmla="*/ 6105524 h 6105524"/>
              <a:gd name="connsiteX4" fmla="*/ 11435080 w 12192000"/>
              <a:gd name="connsiteY4" fmla="*/ 771523 h 6105524"/>
              <a:gd name="connsiteX5" fmla="*/ 767080 w 12192000"/>
              <a:gd name="connsiteY5" fmla="*/ 771523 h 6105524"/>
              <a:gd name="connsiteX6" fmla="*/ 767080 w 12192000"/>
              <a:gd name="connsiteY6" fmla="*/ 6105524 h 6105524"/>
              <a:gd name="connsiteX7" fmla="*/ 0 w 12192000"/>
              <a:gd name="connsiteY7" fmla="*/ 6105524 h 61055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105524">
                <a:moveTo>
                  <a:pt x="0" y="0"/>
                </a:moveTo>
                <a:lnTo>
                  <a:pt x="12192000" y="0"/>
                </a:lnTo>
                <a:lnTo>
                  <a:pt x="12192000" y="6105524"/>
                </a:lnTo>
                <a:lnTo>
                  <a:pt x="11435080" y="6105524"/>
                </a:lnTo>
                <a:lnTo>
                  <a:pt x="11435080" y="771523"/>
                </a:lnTo>
                <a:lnTo>
                  <a:pt x="767080" y="771523"/>
                </a:lnTo>
                <a:lnTo>
                  <a:pt x="767080" y="6105524"/>
                </a:lnTo>
                <a:lnTo>
                  <a:pt x="0" y="6105524"/>
                </a:lnTo>
                <a:close/>
              </a:path>
            </a:pathLst>
          </a:custGeom>
          <a:gradFill flip="none" rotWithShape="1">
            <a:gsLst>
              <a:gs pos="10000">
                <a:schemeClr val="accent5"/>
              </a:gs>
              <a:gs pos="90000">
                <a:schemeClr val="accent1"/>
              </a:gs>
              <a:gs pos="70000">
                <a:schemeClr val="accent2"/>
              </a:gs>
              <a:gs pos="30000">
                <a:schemeClr val="accent4"/>
              </a:gs>
              <a:gs pos="50000">
                <a:schemeClr val="accent3">
                  <a:lumMod val="60000"/>
                  <a:lumOff val="40000"/>
                </a:schemeClr>
              </a:gs>
            </a:gsLst>
            <a:lin ang="7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68360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5000"/>
        </a:lnSpc>
        <a:spcBef>
          <a:spcPct val="0"/>
        </a:spcBef>
        <a:buNone/>
        <a:defRPr sz="4200" kern="1200" spc="-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65760" indent="-365760" algn="l" defTabSz="914400" rtl="0" eaLnBrk="1" latinLnBrk="0" hangingPunct="1">
        <a:lnSpc>
          <a:spcPct val="105000"/>
        </a:lnSpc>
        <a:spcBef>
          <a:spcPts val="900"/>
        </a:spcBef>
        <a:buClr>
          <a:schemeClr val="accent5"/>
        </a:buClr>
        <a:buFont typeface="Avenir Next LT Pro" panose="020B0504020202020204" pitchFamily="34" charset="0"/>
        <a:buChar char="+"/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365760" indent="0" algn="l" defTabSz="914400" rtl="0" eaLnBrk="1" latinLnBrk="0" hangingPunct="1">
        <a:lnSpc>
          <a:spcPct val="105000"/>
        </a:lnSpc>
        <a:spcBef>
          <a:spcPts val="900"/>
        </a:spcBef>
        <a:buFont typeface="Arial" panose="020B0604020202020204" pitchFamily="34" charset="0"/>
        <a:buNone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640080" indent="-274320" algn="l" defTabSz="914400" rtl="0" eaLnBrk="1" latinLnBrk="0" hangingPunct="1">
        <a:lnSpc>
          <a:spcPct val="105000"/>
        </a:lnSpc>
        <a:spcBef>
          <a:spcPts val="600"/>
        </a:spcBef>
        <a:buClr>
          <a:schemeClr val="accent5"/>
        </a:buClr>
        <a:buFont typeface="Avenir Next LT Pro" panose="020B0504020202020204" pitchFamily="34" charset="0"/>
        <a:buChar char="+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640080" indent="0" algn="l" defTabSz="914400" rtl="0" eaLnBrk="1" latinLnBrk="0" hangingPunct="1">
        <a:lnSpc>
          <a:spcPct val="105000"/>
        </a:lnSpc>
        <a:spcBef>
          <a:spcPts val="600"/>
        </a:spcBef>
        <a:buFontTx/>
        <a:buNone/>
        <a:defRPr sz="1800" i="1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886968" indent="-274320" algn="l" defTabSz="914400" rtl="0" eaLnBrk="1" latinLnBrk="0" hangingPunct="1">
        <a:lnSpc>
          <a:spcPct val="105000"/>
        </a:lnSpc>
        <a:spcBef>
          <a:spcPts val="600"/>
        </a:spcBef>
        <a:buClr>
          <a:schemeClr val="accent5"/>
        </a:buClr>
        <a:buFont typeface="Avenir Next LT Pro" panose="020B0504020202020204" pitchFamily="34" charset="0"/>
        <a:buChar char="+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customXml" Target="../ink/ink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jpe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customXml" Target="../ink/ink4.xml"/><Relationship Id="rId13" Type="http://schemas.openxmlformats.org/officeDocument/2006/relationships/customXml" Target="../ink/ink6.xml"/><Relationship Id="rId3" Type="http://schemas.openxmlformats.org/officeDocument/2006/relationships/image" Target="../media/image7.jpeg"/><Relationship Id="rId7" Type="http://schemas.openxmlformats.org/officeDocument/2006/relationships/image" Target="../media/image7.png"/><Relationship Id="rId12" Type="http://schemas.openxmlformats.org/officeDocument/2006/relationships/image" Target="../media/image10.png"/><Relationship Id="rId2" Type="http://schemas.openxmlformats.org/officeDocument/2006/relationships/image" Target="../media/image8.png"/><Relationship Id="rId16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3.xml"/><Relationship Id="rId11" Type="http://schemas.openxmlformats.org/officeDocument/2006/relationships/customXml" Target="../ink/ink5.xml"/><Relationship Id="rId5" Type="http://schemas.openxmlformats.org/officeDocument/2006/relationships/image" Target="../media/image60.png"/><Relationship Id="rId15" Type="http://schemas.openxmlformats.org/officeDocument/2006/relationships/customXml" Target="../ink/ink7.xml"/><Relationship Id="rId10" Type="http://schemas.openxmlformats.org/officeDocument/2006/relationships/image" Target="../media/image9.png"/><Relationship Id="rId4" Type="http://schemas.openxmlformats.org/officeDocument/2006/relationships/customXml" Target="../ink/ink2.xml"/><Relationship Id="rId9" Type="http://schemas.openxmlformats.org/officeDocument/2006/relationships/image" Target="../media/image80.png"/><Relationship Id="rId1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45B282-1174-6536-7DEC-DEBB6FD228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17904" y="1517904"/>
            <a:ext cx="9144000" cy="1527048"/>
          </a:xfrm>
        </p:spPr>
        <p:txBody>
          <a:bodyPr/>
          <a:lstStyle/>
          <a:p>
            <a:r>
              <a:rPr lang="en-US"/>
              <a:t>2026 </a:t>
            </a:r>
            <a:r>
              <a:rPr lang="en-US" dirty="0"/>
              <a:t>TB Hackathon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A798B9A-9E4F-17F9-8E85-37CCECC5EB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17904" y="3813049"/>
            <a:ext cx="9144000" cy="1527048"/>
          </a:xfrm>
        </p:spPr>
        <p:txBody>
          <a:bodyPr/>
          <a:lstStyle/>
          <a:p>
            <a:r>
              <a:rPr lang="en-US" dirty="0"/>
              <a:t>Adverse Event (AE) Visualizations </a:t>
            </a:r>
            <a:r>
              <a:rPr lang="en-US"/>
              <a:t>Code Demonstration</a:t>
            </a:r>
            <a:br>
              <a:rPr lang="en-US" dirty="0"/>
            </a:br>
            <a:br>
              <a:rPr lang="en-US" dirty="0"/>
            </a:br>
            <a:r>
              <a:rPr lang="en-US" dirty="0"/>
              <a:t>Presented by Mark Warden, PhD</a:t>
            </a:r>
          </a:p>
        </p:txBody>
      </p:sp>
    </p:spTree>
    <p:extLst>
      <p:ext uri="{BB962C8B-B14F-4D97-AF65-F5344CB8AC3E}">
        <p14:creationId xmlns:p14="http://schemas.microsoft.com/office/powerpoint/2010/main" val="30004044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F81DE6E8-5C0D-5F1B-06FF-2E7C431769B4}"/>
              </a:ext>
            </a:extLst>
          </p:cNvPr>
          <p:cNvSpPr txBox="1">
            <a:spLocks/>
          </p:cNvSpPr>
          <p:nvPr/>
        </p:nvSpPr>
        <p:spPr>
          <a:xfrm>
            <a:off x="1517904" y="937801"/>
            <a:ext cx="9144000" cy="70788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5000"/>
              </a:lnSpc>
              <a:spcBef>
                <a:spcPct val="0"/>
              </a:spcBef>
              <a:buNone/>
              <a:defRPr sz="4200" kern="1200" spc="-5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/>
              <a:t>The TB-PACTS data: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9F828F3-8880-549D-0687-E9932B807D1E}"/>
              </a:ext>
            </a:extLst>
          </p:cNvPr>
          <p:cNvSpPr txBox="1"/>
          <p:nvPr/>
        </p:nvSpPr>
        <p:spPr>
          <a:xfrm>
            <a:off x="2069049" y="-89175"/>
            <a:ext cx="421803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/>
              <a:t>BACKGROUND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E1DC3E9-56F5-F1A2-0FCD-DC5F17C7A9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0676" y="1645687"/>
            <a:ext cx="9218090" cy="507045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F8D6F78-F2A5-4847-E6C4-A06B0A2737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81563" y="2250830"/>
            <a:ext cx="3897077" cy="4526473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EAC6D9F3-DBAC-C68E-A5AC-0B392F2385FB}"/>
                  </a:ext>
                </a:extLst>
              </p14:cNvPr>
              <p14:cNvContentPartPr/>
              <p14:nvPr/>
            </p14:nvContentPartPr>
            <p14:xfrm>
              <a:off x="7995794" y="6356963"/>
              <a:ext cx="2914920" cy="38988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EAC6D9F3-DBAC-C68E-A5AC-0B392F2385FB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986794" y="6347963"/>
                <a:ext cx="2932560" cy="407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5087199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B1DF82-5893-809B-F4E2-423BF2211C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1472373"/>
            <a:ext cx="9144000" cy="651848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Making TB-PACTS Code Repository: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5D63B1-3505-9DEF-C101-5FC58CF61F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17904" y="2381865"/>
            <a:ext cx="9144000" cy="3127248"/>
          </a:xfrm>
        </p:spPr>
        <p:txBody>
          <a:bodyPr>
            <a:normAutofit fontScale="92500"/>
          </a:bodyPr>
          <a:lstStyle/>
          <a:p>
            <a:r>
              <a:rPr lang="en-US" dirty="0"/>
              <a:t>We hope that you choose to share code you create today (that creates datasets, figures, etc.), so that the TB-Pacts code repository becomes more useful for all researchers who use it in the future!</a:t>
            </a:r>
            <a:br>
              <a:rPr lang="en-US" dirty="0"/>
            </a:br>
            <a:endParaRPr lang="en-US" dirty="0"/>
          </a:p>
          <a:p>
            <a:r>
              <a:rPr lang="en-US" dirty="0"/>
              <a:t>Please save any figures or analyses you produce and share them in the slack! We will curate and add them to the repo!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B6535DB-F96E-CA1F-70B4-0C6FEBF80FCB}"/>
              </a:ext>
            </a:extLst>
          </p:cNvPr>
          <p:cNvSpPr txBox="1"/>
          <p:nvPr/>
        </p:nvSpPr>
        <p:spPr>
          <a:xfrm>
            <a:off x="2069049" y="-89175"/>
            <a:ext cx="421803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/>
              <a:t>BACKGROUND</a:t>
            </a:r>
          </a:p>
        </p:txBody>
      </p:sp>
    </p:spTree>
    <p:extLst>
      <p:ext uri="{BB962C8B-B14F-4D97-AF65-F5344CB8AC3E}">
        <p14:creationId xmlns:p14="http://schemas.microsoft.com/office/powerpoint/2010/main" val="25635500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71437A56-CB1D-C9C9-0B04-51D029D8AD2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9986"/>
          <a:stretch>
            <a:fillRect/>
          </a:stretch>
        </p:blipFill>
        <p:spPr>
          <a:xfrm>
            <a:off x="4178226" y="1215199"/>
            <a:ext cx="7097541" cy="413719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598E9C3-1073-CAE3-D8C0-F12D40092C5F}"/>
              </a:ext>
            </a:extLst>
          </p:cNvPr>
          <p:cNvSpPr txBox="1"/>
          <p:nvPr/>
        </p:nvSpPr>
        <p:spPr>
          <a:xfrm>
            <a:off x="5240594" y="753534"/>
            <a:ext cx="52483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Graphical visualizations of AEs</a:t>
            </a:r>
            <a:endParaRPr lang="en-US" sz="24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C5A12CE-660A-F3D6-736D-F2DD682E41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7880" y="5566561"/>
            <a:ext cx="4673729" cy="688902"/>
          </a:xfrm>
          <a:prstGeom prst="rect">
            <a:avLst/>
          </a:prstGeom>
          <a:ln w="12700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66B18C9-5970-69BF-0FC2-426A7AB09F3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-242" t="40146" r="1"/>
          <a:stretch>
            <a:fillRect/>
          </a:stretch>
        </p:blipFill>
        <p:spPr>
          <a:xfrm rot="20886355">
            <a:off x="741558" y="2859486"/>
            <a:ext cx="3934403" cy="352085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8B62DB80-D018-760E-6AD9-314C1918DBF0}"/>
              </a:ext>
            </a:extLst>
          </p:cNvPr>
          <p:cNvSpPr txBox="1"/>
          <p:nvPr/>
        </p:nvSpPr>
        <p:spPr>
          <a:xfrm>
            <a:off x="2389239" y="1723757"/>
            <a:ext cx="2534321" cy="64633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Presented by </a:t>
            </a:r>
            <a:br>
              <a:rPr lang="en-US" dirty="0"/>
            </a:br>
            <a:r>
              <a:rPr lang="en-US" dirty="0"/>
              <a:t>Katrina </a:t>
            </a:r>
            <a:r>
              <a:rPr lang="en-US" dirty="0" err="1"/>
              <a:t>Dobinda</a:t>
            </a:r>
            <a:r>
              <a:rPr lang="en-US" dirty="0"/>
              <a:t>, MS</a:t>
            </a:r>
          </a:p>
        </p:txBody>
      </p:sp>
      <p:pic>
        <p:nvPicPr>
          <p:cNvPr id="19" name="Picture 2" descr="Profile photo of Katrina Dobinda">
            <a:extLst>
              <a:ext uri="{FF2B5EF4-FFF2-40B4-BE49-F238E27FC236}">
                <a16:creationId xmlns:a16="http://schemas.microsoft.com/office/drawing/2014/main" id="{8E10CCD1-824C-C13C-75DC-1EE1EDFBE3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442" y="1524000"/>
            <a:ext cx="1497607" cy="1497607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1D584C08-6E7D-C174-A8D5-EC6AF5395E19}"/>
              </a:ext>
            </a:extLst>
          </p:cNvPr>
          <p:cNvSpPr txBox="1"/>
          <p:nvPr/>
        </p:nvSpPr>
        <p:spPr>
          <a:xfrm>
            <a:off x="2069206" y="-21746"/>
            <a:ext cx="421803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/>
              <a:t>BACKGROUND</a:t>
            </a:r>
          </a:p>
        </p:txBody>
      </p:sp>
    </p:spTree>
    <p:extLst>
      <p:ext uri="{BB962C8B-B14F-4D97-AF65-F5344CB8AC3E}">
        <p14:creationId xmlns:p14="http://schemas.microsoft.com/office/powerpoint/2010/main" val="21654248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0045F0-14E9-038D-BA58-5864DADBC0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E8B3C5A-F1E5-1BA9-5C15-82BBB4275C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40774"/>
            <a:ext cx="12192000" cy="557279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EEC6566-C147-4BD8-8D8E-35B44544E83B}"/>
              </a:ext>
            </a:extLst>
          </p:cNvPr>
          <p:cNvSpPr txBox="1"/>
          <p:nvPr/>
        </p:nvSpPr>
        <p:spPr>
          <a:xfrm>
            <a:off x="0" y="3513228"/>
            <a:ext cx="25343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Presented by </a:t>
            </a:r>
            <a:br>
              <a:rPr lang="en-US" dirty="0"/>
            </a:br>
            <a:r>
              <a:rPr lang="en-US" dirty="0"/>
              <a:t>Katrina </a:t>
            </a:r>
            <a:r>
              <a:rPr lang="en-US" dirty="0" err="1"/>
              <a:t>Dobinda</a:t>
            </a:r>
            <a:r>
              <a:rPr lang="en-US" dirty="0"/>
              <a:t>, MS</a:t>
            </a:r>
          </a:p>
        </p:txBody>
      </p:sp>
      <p:pic>
        <p:nvPicPr>
          <p:cNvPr id="6" name="Picture 2" descr="Profile photo of Katrina Dobinda">
            <a:extLst>
              <a:ext uri="{FF2B5EF4-FFF2-40B4-BE49-F238E27FC236}">
                <a16:creationId xmlns:a16="http://schemas.microsoft.com/office/drawing/2014/main" id="{6F7F61FC-BAE8-8900-3BA8-688C6D94C0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442" y="1524000"/>
            <a:ext cx="1497607" cy="1497607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54FE4129-847B-1EC3-0A9F-AF4CDF2C4468}"/>
                  </a:ext>
                </a:extLst>
              </p14:cNvPr>
              <p14:cNvContentPartPr/>
              <p14:nvPr/>
            </p14:nvContentPartPr>
            <p14:xfrm>
              <a:off x="2386777" y="1984908"/>
              <a:ext cx="1556280" cy="27792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54FE4129-847B-1EC3-0A9F-AF4CDF2C4468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378137" y="1975908"/>
                <a:ext cx="1573920" cy="295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DDA9278E-197A-3479-D79D-9033FCB61B21}"/>
                  </a:ext>
                </a:extLst>
              </p14:cNvPr>
              <p14:cNvContentPartPr/>
              <p14:nvPr/>
            </p14:nvContentPartPr>
            <p14:xfrm>
              <a:off x="185737" y="589188"/>
              <a:ext cx="2115720" cy="32616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DDA9278E-197A-3479-D79D-9033FCB61B21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77097" y="580548"/>
                <a:ext cx="2133360" cy="343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F318765E-4A53-1E53-F17D-9C0F83E7271E}"/>
                  </a:ext>
                </a:extLst>
              </p14:cNvPr>
              <p14:cNvContentPartPr/>
              <p14:nvPr/>
            </p14:nvContentPartPr>
            <p14:xfrm>
              <a:off x="10677577" y="2939628"/>
              <a:ext cx="2160" cy="36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F318765E-4A53-1E53-F17D-9C0F83E7271E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0668577" y="2930988"/>
                <a:ext cx="19800" cy="18000"/>
              </a:xfrm>
              <a:prstGeom prst="rect">
                <a:avLst/>
              </a:prstGeom>
            </p:spPr>
          </p:pic>
        </mc:Fallback>
      </mc:AlternateContent>
      <p:pic>
        <p:nvPicPr>
          <p:cNvPr id="16" name="Picture 15">
            <a:extLst>
              <a:ext uri="{FF2B5EF4-FFF2-40B4-BE49-F238E27FC236}">
                <a16:creationId xmlns:a16="http://schemas.microsoft.com/office/drawing/2014/main" id="{098B6337-0E7F-4328-47EB-F6037D167E4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972300" y="1138581"/>
            <a:ext cx="2023110" cy="1099093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0FC6298D-FF0F-3342-D29D-2C5BBF1E9448}"/>
                  </a:ext>
                </a:extLst>
              </p14:cNvPr>
              <p14:cNvContentPartPr/>
              <p14:nvPr/>
            </p14:nvContentPartPr>
            <p14:xfrm>
              <a:off x="7238700" y="1598400"/>
              <a:ext cx="1304640" cy="29160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0FC6298D-FF0F-3342-D29D-2C5BBF1E9448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7230060" y="1589760"/>
                <a:ext cx="1322280" cy="30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09CB9D38-BA61-774D-11F8-666B52AC955B}"/>
                  </a:ext>
                </a:extLst>
              </p14:cNvPr>
              <p14:cNvContentPartPr/>
              <p14:nvPr/>
            </p14:nvContentPartPr>
            <p14:xfrm>
              <a:off x="8183700" y="1163880"/>
              <a:ext cx="869760" cy="25488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09CB9D38-BA61-774D-11F8-666B52AC955B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8174700" y="1154880"/>
                <a:ext cx="887400" cy="272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262E3A72-8C35-1B59-3F4B-135005E9A6C7}"/>
                  </a:ext>
                </a:extLst>
              </p14:cNvPr>
              <p14:cNvContentPartPr/>
              <p14:nvPr/>
            </p14:nvContentPartPr>
            <p14:xfrm>
              <a:off x="3330180" y="2377440"/>
              <a:ext cx="549360" cy="141840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262E3A72-8C35-1B59-3F4B-135005E9A6C7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3321540" y="2368440"/>
                <a:ext cx="567000" cy="1436040"/>
              </a:xfrm>
              <a:prstGeom prst="rect">
                <a:avLst/>
              </a:prstGeom>
            </p:spPr>
          </p:pic>
        </mc:Fallback>
      </mc:AlternateContent>
      <p:sp>
        <p:nvSpPr>
          <p:cNvPr id="21" name="TextBox 20">
            <a:extLst>
              <a:ext uri="{FF2B5EF4-FFF2-40B4-BE49-F238E27FC236}">
                <a16:creationId xmlns:a16="http://schemas.microsoft.com/office/drawing/2014/main" id="{75F134AD-BD21-8780-B777-935C84AEDE87}"/>
              </a:ext>
            </a:extLst>
          </p:cNvPr>
          <p:cNvSpPr txBox="1"/>
          <p:nvPr/>
        </p:nvSpPr>
        <p:spPr>
          <a:xfrm>
            <a:off x="2069049" y="-89175"/>
            <a:ext cx="421803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/>
              <a:t>BACKGROND</a:t>
            </a:r>
          </a:p>
        </p:txBody>
      </p:sp>
    </p:spTree>
    <p:extLst>
      <p:ext uri="{BB962C8B-B14F-4D97-AF65-F5344CB8AC3E}">
        <p14:creationId xmlns:p14="http://schemas.microsoft.com/office/powerpoint/2010/main" val="7766516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E8C1E75-C0C6-F7E5-A66C-0D16D65304E6}"/>
              </a:ext>
            </a:extLst>
          </p:cNvPr>
          <p:cNvSpPr/>
          <p:nvPr/>
        </p:nvSpPr>
        <p:spPr>
          <a:xfrm>
            <a:off x="2299518" y="2967335"/>
            <a:ext cx="759297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Now, over to R studio!!!</a:t>
            </a:r>
          </a:p>
        </p:txBody>
      </p:sp>
    </p:spTree>
    <p:extLst>
      <p:ext uri="{BB962C8B-B14F-4D97-AF65-F5344CB8AC3E}">
        <p14:creationId xmlns:p14="http://schemas.microsoft.com/office/powerpoint/2010/main" val="41227217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Rainbow Theme">
  <a:themeElements>
    <a:clrScheme name="Prismatic">
      <a:dk1>
        <a:sysClr val="windowText" lastClr="000000"/>
      </a:dk1>
      <a:lt1>
        <a:sysClr val="window" lastClr="FFFFFF"/>
      </a:lt1>
      <a:dk2>
        <a:srgbClr val="131523"/>
      </a:dk2>
      <a:lt2>
        <a:srgbClr val="E7E6E6"/>
      </a:lt2>
      <a:accent1>
        <a:srgbClr val="42B3BD"/>
      </a:accent1>
      <a:accent2>
        <a:srgbClr val="51B851"/>
      </a:accent2>
      <a:accent3>
        <a:srgbClr val="B5A603"/>
      </a:accent3>
      <a:accent4>
        <a:srgbClr val="F58505"/>
      </a:accent4>
      <a:accent5>
        <a:srgbClr val="FA2481"/>
      </a:accent5>
      <a:accent6>
        <a:srgbClr val="9CA2AB"/>
      </a:accent6>
      <a:hlink>
        <a:srgbClr val="FA2481"/>
      </a:hlink>
      <a:folHlink>
        <a:srgbClr val="57618E"/>
      </a:folHlink>
    </a:clrScheme>
    <a:fontScheme name="Custom 166">
      <a:majorFont>
        <a:latin typeface="Aharoni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ainbow Theme" id="{C6A5BAAB-0727-494F-9ED6-9CD6AB508247}" vid="{43227585-938C-41F6-82AE-F0BB18CECF12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Rainbow Theme</Template>
  <TotalTime>208</TotalTime>
  <Words>122</Words>
  <Application>Microsoft Office PowerPoint</Application>
  <PresentationFormat>Widescreen</PresentationFormat>
  <Paragraphs>14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Aharoni</vt:lpstr>
      <vt:lpstr>Arial</vt:lpstr>
      <vt:lpstr>Avenir Next LT Pro</vt:lpstr>
      <vt:lpstr>Rainbow Theme</vt:lpstr>
      <vt:lpstr>2026 TB Hackathon</vt:lpstr>
      <vt:lpstr>PowerPoint Presentation</vt:lpstr>
      <vt:lpstr>Making TB-PACTS Code Repository: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Mark Warden</dc:creator>
  <cp:lastModifiedBy>Mark Warden</cp:lastModifiedBy>
  <cp:revision>5</cp:revision>
  <dcterms:created xsi:type="dcterms:W3CDTF">2026-01-21T17:59:04Z</dcterms:created>
  <dcterms:modified xsi:type="dcterms:W3CDTF">2026-02-10T16:52:50Z</dcterms:modified>
</cp:coreProperties>
</file>