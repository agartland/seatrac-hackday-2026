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4" r:id="rId4"/>
    <p:sldMasterId id="2147483943" r:id="rId5"/>
    <p:sldMasterId id="2147483972" r:id="rId6"/>
    <p:sldMasterId id="2147483660" r:id="rId7"/>
    <p:sldMasterId id="2147483989" r:id="rId8"/>
    <p:sldMasterId id="2147484012" r:id="rId9"/>
    <p:sldMasterId id="2147483650" r:id="rId10"/>
    <p:sldMasterId id="2147483674" r:id="rId11"/>
    <p:sldMasterId id="2147484017" r:id="rId12"/>
  </p:sldMasterIdLst>
  <p:notesMasterIdLst>
    <p:notesMasterId r:id="rId27"/>
  </p:notesMasterIdLst>
  <p:handoutMasterIdLst>
    <p:handoutMasterId r:id="rId28"/>
  </p:handoutMasterIdLst>
  <p:sldIdLst>
    <p:sldId id="617" r:id="rId13"/>
    <p:sldId id="618" r:id="rId14"/>
    <p:sldId id="623" r:id="rId15"/>
    <p:sldId id="621" r:id="rId16"/>
    <p:sldId id="619" r:id="rId17"/>
    <p:sldId id="625" r:id="rId18"/>
    <p:sldId id="626" r:id="rId19"/>
    <p:sldId id="630" r:id="rId20"/>
    <p:sldId id="631" r:id="rId21"/>
    <p:sldId id="628" r:id="rId22"/>
    <p:sldId id="622" r:id="rId23"/>
    <p:sldId id="629" r:id="rId24"/>
    <p:sldId id="256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18A3AC"/>
    <a:srgbClr val="FFFF00"/>
    <a:srgbClr val="FFFF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47069-F8EA-4EFA-99AF-E8BC39951BB0}" v="172" dt="2026-02-11T04:59:50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75" d="100"/>
          <a:sy n="75" d="100"/>
        </p:scale>
        <p:origin x="1140" y="112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93" d="100"/>
          <a:sy n="93" d="100"/>
        </p:scale>
        <p:origin x="3712" y="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s, Patrick" userId="6704e6cd-906d-4e04-8a74-8271fb080a5b" providerId="ADAL" clId="{164B3217-2CF5-42D5-A03F-88785573C6E8}"/>
    <pc:docChg chg="undo redo custSel addSld delSld modSld sldOrd delMainMaster modHandout">
      <pc:chgData name="Phillips, Patrick" userId="6704e6cd-906d-4e04-8a74-8271fb080a5b" providerId="ADAL" clId="{164B3217-2CF5-42D5-A03F-88785573C6E8}" dt="2026-02-11T05:00:35.764" v="2268" actId="14100"/>
      <pc:docMkLst>
        <pc:docMk/>
      </pc:docMkLst>
      <pc:sldChg chg="addSp delSp modSp add mod ord modAnim">
        <pc:chgData name="Phillips, Patrick" userId="6704e6cd-906d-4e04-8a74-8271fb080a5b" providerId="ADAL" clId="{164B3217-2CF5-42D5-A03F-88785573C6E8}" dt="2026-02-11T04:38:24.062" v="1629" actId="14100"/>
        <pc:sldMkLst>
          <pc:docMk/>
          <pc:sldMk cId="450876898" sldId="256"/>
        </pc:sldMkLst>
        <pc:spChg chg="add mod">
          <ac:chgData name="Phillips, Patrick" userId="6704e6cd-906d-4e04-8a74-8271fb080a5b" providerId="ADAL" clId="{164B3217-2CF5-42D5-A03F-88785573C6E8}" dt="2026-02-11T04:38:24.062" v="1629" actId="14100"/>
          <ac:spMkLst>
            <pc:docMk/>
            <pc:sldMk cId="450876898" sldId="256"/>
            <ac:spMk id="2" creationId="{DE44DA4E-D7EF-E3EB-B776-DE62E72EE5D3}"/>
          </ac:spMkLst>
        </pc:spChg>
        <pc:spChg chg="add mod">
          <ac:chgData name="Phillips, Patrick" userId="6704e6cd-906d-4e04-8a74-8271fb080a5b" providerId="ADAL" clId="{164B3217-2CF5-42D5-A03F-88785573C6E8}" dt="2026-02-11T04:20:56.112" v="1422" actId="14100"/>
          <ac:spMkLst>
            <pc:docMk/>
            <pc:sldMk cId="450876898" sldId="256"/>
            <ac:spMk id="6" creationId="{197A8F43-A510-3991-DDA9-6EF15C0264E0}"/>
          </ac:spMkLst>
        </pc:spChg>
        <pc:spChg chg="add mod">
          <ac:chgData name="Phillips, Patrick" userId="6704e6cd-906d-4e04-8a74-8271fb080a5b" providerId="ADAL" clId="{164B3217-2CF5-42D5-A03F-88785573C6E8}" dt="2026-02-11T04:21:13.979" v="1429" actId="1076"/>
          <ac:spMkLst>
            <pc:docMk/>
            <pc:sldMk cId="450876898" sldId="256"/>
            <ac:spMk id="7" creationId="{630CD910-EBA2-4EE2-1387-C78F21BF82AB}"/>
          </ac:spMkLst>
        </pc:spChg>
        <pc:spChg chg="add mod">
          <ac:chgData name="Phillips, Patrick" userId="6704e6cd-906d-4e04-8a74-8271fb080a5b" providerId="ADAL" clId="{164B3217-2CF5-42D5-A03F-88785573C6E8}" dt="2026-02-11T04:21:09.034" v="1428" actId="1076"/>
          <ac:spMkLst>
            <pc:docMk/>
            <pc:sldMk cId="450876898" sldId="256"/>
            <ac:spMk id="8" creationId="{76A99A3E-D650-AC49-F633-CF194D531A8C}"/>
          </ac:spMkLst>
        </pc:spChg>
        <pc:spChg chg="add mod">
          <ac:chgData name="Phillips, Patrick" userId="6704e6cd-906d-4e04-8a74-8271fb080a5b" providerId="ADAL" clId="{164B3217-2CF5-42D5-A03F-88785573C6E8}" dt="2026-02-11T04:21:06.230" v="1427" actId="571"/>
          <ac:spMkLst>
            <pc:docMk/>
            <pc:sldMk cId="450876898" sldId="256"/>
            <ac:spMk id="9" creationId="{5F932786-5AC3-EADE-93E8-1C458593D542}"/>
          </ac:spMkLst>
        </pc:spChg>
        <pc:picChg chg="mod">
          <ac:chgData name="Phillips, Patrick" userId="6704e6cd-906d-4e04-8a74-8271fb080a5b" providerId="ADAL" clId="{164B3217-2CF5-42D5-A03F-88785573C6E8}" dt="2026-02-11T04:20:51.994" v="1420" actId="1076"/>
          <ac:picMkLst>
            <pc:docMk/>
            <pc:sldMk cId="450876898" sldId="256"/>
            <ac:picMk id="5" creationId="{E266A102-0EFD-0EB0-4E58-40F480060EF5}"/>
          </ac:picMkLst>
        </pc:picChg>
        <pc:picChg chg="add del">
          <ac:chgData name="Phillips, Patrick" userId="6704e6cd-906d-4e04-8a74-8271fb080a5b" providerId="ADAL" clId="{164B3217-2CF5-42D5-A03F-88785573C6E8}" dt="2026-02-11T04:23:39.983" v="1443" actId="22"/>
          <ac:picMkLst>
            <pc:docMk/>
            <pc:sldMk cId="450876898" sldId="256"/>
            <ac:picMk id="11" creationId="{05222D74-5415-D023-B19C-2DC4CBCD3DE2}"/>
          </ac:picMkLst>
        </pc:picChg>
        <pc:cxnChg chg="add del">
          <ac:chgData name="Phillips, Patrick" userId="6704e6cd-906d-4e04-8a74-8271fb080a5b" providerId="ADAL" clId="{164B3217-2CF5-42D5-A03F-88785573C6E8}" dt="2026-02-11T04:20:42.462" v="1414" actId="478"/>
          <ac:cxnSpMkLst>
            <pc:docMk/>
            <pc:sldMk cId="450876898" sldId="256"/>
            <ac:cxnSpMk id="4" creationId="{7DACDD80-C9DC-D3C9-4783-AAE3290D96B0}"/>
          </ac:cxnSpMkLst>
        </pc:cxnChg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28457533" sldId="26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47961857" sldId="268"/>
        </pc:sldMkLst>
      </pc:sldChg>
      <pc:sldChg chg="add">
        <pc:chgData name="Phillips, Patrick" userId="6704e6cd-906d-4e04-8a74-8271fb080a5b" providerId="ADAL" clId="{164B3217-2CF5-42D5-A03F-88785573C6E8}" dt="2026-02-11T03:26:01.468" v="1"/>
        <pc:sldMkLst>
          <pc:docMk/>
          <pc:sldMk cId="2845083391" sldId="27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121653926" sldId="34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689069248" sldId="346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77785682" sldId="351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810722292" sldId="35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511834198" sldId="35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932303805" sldId="35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0" sldId="40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529545831" sldId="48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159584666" sldId="52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0" sldId="55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607446993" sldId="61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026553308" sldId="614"/>
        </pc:sldMkLst>
      </pc:sldChg>
      <pc:sldChg chg="addSp delSp modSp mod">
        <pc:chgData name="Phillips, Patrick" userId="6704e6cd-906d-4e04-8a74-8271fb080a5b" providerId="ADAL" clId="{164B3217-2CF5-42D5-A03F-88785573C6E8}" dt="2026-02-11T03:32:10.985" v="223" actId="20577"/>
        <pc:sldMkLst>
          <pc:docMk/>
          <pc:sldMk cId="1919129924" sldId="617"/>
        </pc:sldMkLst>
        <pc:spChg chg="mod">
          <ac:chgData name="Phillips, Patrick" userId="6704e6cd-906d-4e04-8a74-8271fb080a5b" providerId="ADAL" clId="{164B3217-2CF5-42D5-A03F-88785573C6E8}" dt="2026-02-11T03:32:10.985" v="223" actId="20577"/>
          <ac:spMkLst>
            <pc:docMk/>
            <pc:sldMk cId="1919129924" sldId="617"/>
            <ac:spMk id="3" creationId="{9C6F87D2-91BF-73C5-9710-A91B6EF400F5}"/>
          </ac:spMkLst>
        </pc:spChg>
        <pc:spChg chg="del mod topLvl">
          <ac:chgData name="Phillips, Patrick" userId="6704e6cd-906d-4e04-8a74-8271fb080a5b" providerId="ADAL" clId="{164B3217-2CF5-42D5-A03F-88785573C6E8}" dt="2026-02-11T03:27:46.492" v="23" actId="478"/>
          <ac:spMkLst>
            <pc:docMk/>
            <pc:sldMk cId="1919129924" sldId="617"/>
            <ac:spMk id="6" creationId="{BA763BB9-4D68-1772-568F-52D3ED43D043}"/>
          </ac:spMkLst>
        </pc:spChg>
        <pc:spChg chg="add mod ord">
          <ac:chgData name="Phillips, Patrick" userId="6704e6cd-906d-4e04-8a74-8271fb080a5b" providerId="ADAL" clId="{164B3217-2CF5-42D5-A03F-88785573C6E8}" dt="2026-02-11T03:29:21.478" v="52" actId="1076"/>
          <ac:spMkLst>
            <pc:docMk/>
            <pc:sldMk cId="1919129924" sldId="617"/>
            <ac:spMk id="8" creationId="{C8539505-8398-804F-B611-EDA7711F7B64}"/>
          </ac:spMkLst>
        </pc:spChg>
        <pc:spChg chg="mod">
          <ac:chgData name="Phillips, Patrick" userId="6704e6cd-906d-4e04-8a74-8271fb080a5b" providerId="ADAL" clId="{164B3217-2CF5-42D5-A03F-88785573C6E8}" dt="2026-02-11T03:31:42.126" v="166" actId="14100"/>
          <ac:spMkLst>
            <pc:docMk/>
            <pc:sldMk cId="1919129924" sldId="617"/>
            <ac:spMk id="9" creationId="{A65880E9-81AE-1671-4041-3146DA5E7DA6}"/>
          </ac:spMkLst>
        </pc:spChg>
        <pc:spChg chg="add del mod">
          <ac:chgData name="Phillips, Patrick" userId="6704e6cd-906d-4e04-8a74-8271fb080a5b" providerId="ADAL" clId="{164B3217-2CF5-42D5-A03F-88785573C6E8}" dt="2026-02-11T03:29:49.837" v="63" actId="478"/>
          <ac:spMkLst>
            <pc:docMk/>
            <pc:sldMk cId="1919129924" sldId="617"/>
            <ac:spMk id="11" creationId="{84B6D918-6E0E-2A3E-699A-C0A570134B60}"/>
          </ac:spMkLst>
        </pc:spChg>
        <pc:grpChg chg="add del mod">
          <ac:chgData name="Phillips, Patrick" userId="6704e6cd-906d-4e04-8a74-8271fb080a5b" providerId="ADAL" clId="{164B3217-2CF5-42D5-A03F-88785573C6E8}" dt="2026-02-11T03:27:46.492" v="23" actId="478"/>
          <ac:grpSpMkLst>
            <pc:docMk/>
            <pc:sldMk cId="1919129924" sldId="617"/>
            <ac:grpSpMk id="5" creationId="{B4DFB5B0-7F27-7143-9545-B66A1C3229EE}"/>
          </ac:grpSpMkLst>
        </pc:grpChg>
        <pc:picChg chg="del">
          <ac:chgData name="Phillips, Patrick" userId="6704e6cd-906d-4e04-8a74-8271fb080a5b" providerId="ADAL" clId="{164B3217-2CF5-42D5-A03F-88785573C6E8}" dt="2026-02-11T03:26:16.072" v="4" actId="478"/>
          <ac:picMkLst>
            <pc:docMk/>
            <pc:sldMk cId="1919129924" sldId="617"/>
            <ac:picMk id="2" creationId="{54E4712F-6705-532D-3E91-D4BCED5E37AF}"/>
          </ac:picMkLst>
        </pc:picChg>
        <pc:picChg chg="add mod">
          <ac:chgData name="Phillips, Patrick" userId="6704e6cd-906d-4e04-8a74-8271fb080a5b" providerId="ADAL" clId="{164B3217-2CF5-42D5-A03F-88785573C6E8}" dt="2026-02-11T03:29:23.311" v="53" actId="14100"/>
          <ac:picMkLst>
            <pc:docMk/>
            <pc:sldMk cId="1919129924" sldId="617"/>
            <ac:picMk id="4" creationId="{DC4CD6EB-764A-8D65-4A53-8CD827A96060}"/>
          </ac:picMkLst>
        </pc:picChg>
        <pc:picChg chg="mod topLvl">
          <ac:chgData name="Phillips, Patrick" userId="6704e6cd-906d-4e04-8a74-8271fb080a5b" providerId="ADAL" clId="{164B3217-2CF5-42D5-A03F-88785573C6E8}" dt="2026-02-11T03:29:21.478" v="52" actId="1076"/>
          <ac:picMkLst>
            <pc:docMk/>
            <pc:sldMk cId="1919129924" sldId="617"/>
            <ac:picMk id="7" creationId="{2E9DAD06-AC63-4B80-78AA-843744CEC115}"/>
          </ac:picMkLst>
        </pc:picChg>
        <pc:picChg chg="add mod">
          <ac:chgData name="Phillips, Patrick" userId="6704e6cd-906d-4e04-8a74-8271fb080a5b" providerId="ADAL" clId="{164B3217-2CF5-42D5-A03F-88785573C6E8}" dt="2026-02-11T03:29:25.299" v="54" actId="14100"/>
          <ac:picMkLst>
            <pc:docMk/>
            <pc:sldMk cId="1919129924" sldId="617"/>
            <ac:picMk id="10" creationId="{0491F2B0-F11B-28FC-AF8F-27FFC74FE8CE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18" creationId="{AAD70DE1-7329-6A9E-CB48-C59EDC589CD6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19" creationId="{E9020EBD-597B-A0FF-3772-C51884116904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20" creationId="{77C54232-E606-B3B0-A527-B56E2BD2F5E7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21" creationId="{FC212748-FBF8-EE78-04D2-AE7333FFDB3E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22" creationId="{179783B4-873C-BE51-545F-BC1A31B23B8F}"/>
          </ac:picMkLst>
        </pc:picChg>
        <pc:picChg chg="del">
          <ac:chgData name="Phillips, Patrick" userId="6704e6cd-906d-4e04-8a74-8271fb080a5b" providerId="ADAL" clId="{164B3217-2CF5-42D5-A03F-88785573C6E8}" dt="2026-02-11T03:26:32.579" v="9" actId="478"/>
          <ac:picMkLst>
            <pc:docMk/>
            <pc:sldMk cId="1919129924" sldId="617"/>
            <ac:picMk id="23" creationId="{8FD6BEA1-31A4-C9F7-C7DF-D338E1117B38}"/>
          </ac:picMkLst>
        </pc:picChg>
        <pc:picChg chg="del">
          <ac:chgData name="Phillips, Patrick" userId="6704e6cd-906d-4e04-8a74-8271fb080a5b" providerId="ADAL" clId="{164B3217-2CF5-42D5-A03F-88785573C6E8}" dt="2026-02-11T03:26:33.872" v="10" actId="478"/>
          <ac:picMkLst>
            <pc:docMk/>
            <pc:sldMk cId="1919129924" sldId="617"/>
            <ac:picMk id="24" creationId="{A7332A30-FE5B-92BE-648F-DDE469D51C06}"/>
          </ac:picMkLst>
        </pc:picChg>
        <pc:picChg chg="del">
          <ac:chgData name="Phillips, Patrick" userId="6704e6cd-906d-4e04-8a74-8271fb080a5b" providerId="ADAL" clId="{164B3217-2CF5-42D5-A03F-88785573C6E8}" dt="2026-02-11T03:26:33.872" v="10" actId="478"/>
          <ac:picMkLst>
            <pc:docMk/>
            <pc:sldMk cId="1919129924" sldId="617"/>
            <ac:picMk id="25" creationId="{6EBF0642-6E28-AA6C-192E-1E6238B5C5D3}"/>
          </ac:picMkLst>
        </pc:picChg>
        <pc:picChg chg="del">
          <ac:chgData name="Phillips, Patrick" userId="6704e6cd-906d-4e04-8a74-8271fb080a5b" providerId="ADAL" clId="{164B3217-2CF5-42D5-A03F-88785573C6E8}" dt="2026-02-11T03:26:33.872" v="10" actId="478"/>
          <ac:picMkLst>
            <pc:docMk/>
            <pc:sldMk cId="1919129924" sldId="617"/>
            <ac:picMk id="26" creationId="{44EE5E3C-4071-7C8B-535F-A06FCA344CF2}"/>
          </ac:picMkLst>
        </pc:picChg>
      </pc:sldChg>
      <pc:sldChg chg="addSp delSp modSp new mod chgLayout">
        <pc:chgData name="Phillips, Patrick" userId="6704e6cd-906d-4e04-8a74-8271fb080a5b" providerId="ADAL" clId="{164B3217-2CF5-42D5-A03F-88785573C6E8}" dt="2026-02-11T03:52:16.202" v="555" actId="403"/>
        <pc:sldMkLst>
          <pc:docMk/>
          <pc:sldMk cId="2127446954" sldId="618"/>
        </pc:sldMkLst>
        <pc:spChg chg="mod ord">
          <ac:chgData name="Phillips, Patrick" userId="6704e6cd-906d-4e04-8a74-8271fb080a5b" providerId="ADAL" clId="{164B3217-2CF5-42D5-A03F-88785573C6E8}" dt="2026-02-11T03:37:29.895" v="301" actId="700"/>
          <ac:spMkLst>
            <pc:docMk/>
            <pc:sldMk cId="2127446954" sldId="618"/>
            <ac:spMk id="2" creationId="{CC95C8F4-1145-CA67-5854-CD2BEDDD45CF}"/>
          </ac:spMkLst>
        </pc:spChg>
        <pc:spChg chg="del mod ord">
          <ac:chgData name="Phillips, Patrick" userId="6704e6cd-906d-4e04-8a74-8271fb080a5b" providerId="ADAL" clId="{164B3217-2CF5-42D5-A03F-88785573C6E8}" dt="2026-02-11T03:37:29.895" v="301" actId="700"/>
          <ac:spMkLst>
            <pc:docMk/>
            <pc:sldMk cId="2127446954" sldId="618"/>
            <ac:spMk id="3" creationId="{8C8C5345-7BE3-6FC3-2611-36F9889126D6}"/>
          </ac:spMkLst>
        </pc:spChg>
        <pc:spChg chg="add mod ord">
          <ac:chgData name="Phillips, Patrick" userId="6704e6cd-906d-4e04-8a74-8271fb080a5b" providerId="ADAL" clId="{164B3217-2CF5-42D5-A03F-88785573C6E8}" dt="2026-02-11T03:37:34.340" v="310" actId="20577"/>
          <ac:spMkLst>
            <pc:docMk/>
            <pc:sldMk cId="2127446954" sldId="618"/>
            <ac:spMk id="4" creationId="{19D64843-7C7F-53F6-6DE1-D91E9FB5EE23}"/>
          </ac:spMkLst>
        </pc:spChg>
        <pc:spChg chg="add mod ord">
          <ac:chgData name="Phillips, Patrick" userId="6704e6cd-906d-4e04-8a74-8271fb080a5b" providerId="ADAL" clId="{164B3217-2CF5-42D5-A03F-88785573C6E8}" dt="2026-02-11T03:52:16.202" v="555" actId="403"/>
          <ac:spMkLst>
            <pc:docMk/>
            <pc:sldMk cId="2127446954" sldId="618"/>
            <ac:spMk id="5" creationId="{8253D776-3F4A-6365-FD34-4A95E9439A4C}"/>
          </ac:spMkLst>
        </pc:spChg>
        <pc:spChg chg="add mod ord">
          <ac:chgData name="Phillips, Patrick" userId="6704e6cd-906d-4e04-8a74-8271fb080a5b" providerId="ADAL" clId="{164B3217-2CF5-42D5-A03F-88785573C6E8}" dt="2026-02-11T03:37:29.895" v="301" actId="700"/>
          <ac:spMkLst>
            <pc:docMk/>
            <pc:sldMk cId="2127446954" sldId="618"/>
            <ac:spMk id="6" creationId="{B96D12B3-1282-4302-921B-3BEFA500C6B8}"/>
          </ac:spMkLst>
        </pc:spChg>
      </pc:sldChg>
      <pc:sldChg chg="add del">
        <pc:chgData name="Phillips, Patrick" userId="6704e6cd-906d-4e04-8a74-8271fb080a5b" providerId="ADAL" clId="{164B3217-2CF5-42D5-A03F-88785573C6E8}" dt="2026-02-11T04:42:49.824" v="1633"/>
        <pc:sldMkLst>
          <pc:docMk/>
          <pc:sldMk cId="1455643535" sldId="61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742583594" sldId="619"/>
        </pc:sldMkLst>
      </pc:sldChg>
      <pc:sldChg chg="addSp delSp modSp new del mod ord chgLayout">
        <pc:chgData name="Phillips, Patrick" userId="6704e6cd-906d-4e04-8a74-8271fb080a5b" providerId="ADAL" clId="{164B3217-2CF5-42D5-A03F-88785573C6E8}" dt="2026-02-11T04:42:47.507" v="1631" actId="2696"/>
        <pc:sldMkLst>
          <pc:docMk/>
          <pc:sldMk cId="2442285381" sldId="619"/>
        </pc:sldMkLst>
        <pc:spChg chg="mod ord">
          <ac:chgData name="Phillips, Patrick" userId="6704e6cd-906d-4e04-8a74-8271fb080a5b" providerId="ADAL" clId="{164B3217-2CF5-42D5-A03F-88785573C6E8}" dt="2026-02-11T03:33:08.795" v="226" actId="700"/>
          <ac:spMkLst>
            <pc:docMk/>
            <pc:sldMk cId="2442285381" sldId="619"/>
            <ac:spMk id="2" creationId="{ABFC7A8C-C8AA-A36B-4135-AC5676A9479C}"/>
          </ac:spMkLst>
        </pc:spChg>
        <pc:spChg chg="del mod ord">
          <ac:chgData name="Phillips, Patrick" userId="6704e6cd-906d-4e04-8a74-8271fb080a5b" providerId="ADAL" clId="{164B3217-2CF5-42D5-A03F-88785573C6E8}" dt="2026-02-11T03:33:08.795" v="226" actId="700"/>
          <ac:spMkLst>
            <pc:docMk/>
            <pc:sldMk cId="2442285381" sldId="619"/>
            <ac:spMk id="3" creationId="{0838809E-A673-EA99-16E2-4E52AF27D0AD}"/>
          </ac:spMkLst>
        </pc:spChg>
        <pc:spChg chg="add mod ord">
          <ac:chgData name="Phillips, Patrick" userId="6704e6cd-906d-4e04-8a74-8271fb080a5b" providerId="ADAL" clId="{164B3217-2CF5-42D5-A03F-88785573C6E8}" dt="2026-02-11T04:31:35.779" v="1510"/>
          <ac:spMkLst>
            <pc:docMk/>
            <pc:sldMk cId="2442285381" sldId="619"/>
            <ac:spMk id="4" creationId="{EC3AA36A-F33F-80E9-1BCB-1D1170F70ECE}"/>
          </ac:spMkLst>
        </pc:spChg>
        <pc:spChg chg="add mod ord">
          <ac:chgData name="Phillips, Patrick" userId="6704e6cd-906d-4e04-8a74-8271fb080a5b" providerId="ADAL" clId="{164B3217-2CF5-42D5-A03F-88785573C6E8}" dt="2026-02-11T03:33:08.795" v="226" actId="700"/>
          <ac:spMkLst>
            <pc:docMk/>
            <pc:sldMk cId="2442285381" sldId="619"/>
            <ac:spMk id="5" creationId="{A6C7A5F7-AAF1-C361-7CB6-AA545DC70FDB}"/>
          </ac:spMkLst>
        </pc:spChg>
        <pc:spChg chg="add mod ord">
          <ac:chgData name="Phillips, Patrick" userId="6704e6cd-906d-4e04-8a74-8271fb080a5b" providerId="ADAL" clId="{164B3217-2CF5-42D5-A03F-88785573C6E8}" dt="2026-02-11T03:33:08.795" v="226" actId="700"/>
          <ac:spMkLst>
            <pc:docMk/>
            <pc:sldMk cId="2442285381" sldId="619"/>
            <ac:spMk id="6" creationId="{9144372D-7183-E7F5-378A-C0784439C183}"/>
          </ac:spMkLst>
        </pc:spChg>
        <pc:spChg chg="add mod">
          <ac:chgData name="Phillips, Patrick" userId="6704e6cd-906d-4e04-8a74-8271fb080a5b" providerId="ADAL" clId="{164B3217-2CF5-42D5-A03F-88785573C6E8}" dt="2026-02-11T04:03:58.170" v="816" actId="20577"/>
          <ac:spMkLst>
            <pc:docMk/>
            <pc:sldMk cId="2442285381" sldId="619"/>
            <ac:spMk id="8" creationId="{9BC16972-9948-FAF5-D736-C71450E28647}"/>
          </ac:spMkLst>
        </pc:spChg>
        <pc:spChg chg="add del mod">
          <ac:chgData name="Phillips, Patrick" userId="6704e6cd-906d-4e04-8a74-8271fb080a5b" providerId="ADAL" clId="{164B3217-2CF5-42D5-A03F-88785573C6E8}" dt="2026-02-11T04:03:54.671" v="814" actId="478"/>
          <ac:spMkLst>
            <pc:docMk/>
            <pc:sldMk cId="2442285381" sldId="619"/>
            <ac:spMk id="9" creationId="{9DF572AD-3205-5E16-387C-A66FD1960A85}"/>
          </ac:spMkLst>
        </pc:spChg>
        <pc:spChg chg="add del mod">
          <ac:chgData name="Phillips, Patrick" userId="6704e6cd-906d-4e04-8a74-8271fb080a5b" providerId="ADAL" clId="{164B3217-2CF5-42D5-A03F-88785573C6E8}" dt="2026-02-11T04:03:55.378" v="815" actId="478"/>
          <ac:spMkLst>
            <pc:docMk/>
            <pc:sldMk cId="2442285381" sldId="619"/>
            <ac:spMk id="10" creationId="{9324A6DB-4299-B561-E9BB-5997F623D0C1}"/>
          </ac:spMkLst>
        </pc:spChg>
        <pc:picChg chg="add mod">
          <ac:chgData name="Phillips, Patrick" userId="6704e6cd-906d-4e04-8a74-8271fb080a5b" providerId="ADAL" clId="{164B3217-2CF5-42D5-A03F-88785573C6E8}" dt="2026-02-11T03:59:03.059" v="707" actId="1076"/>
          <ac:picMkLst>
            <pc:docMk/>
            <pc:sldMk cId="2442285381" sldId="619"/>
            <ac:picMk id="1026" creationId="{3400B636-CD19-554E-18F9-ED93D4BC1711}"/>
          </ac:picMkLst>
        </pc:picChg>
      </pc:sldChg>
      <pc:sldChg chg="add">
        <pc:chgData name="Phillips, Patrick" userId="6704e6cd-906d-4e04-8a74-8271fb080a5b" providerId="ADAL" clId="{164B3217-2CF5-42D5-A03F-88785573C6E8}" dt="2026-02-11T04:42:51.087" v="1634"/>
        <pc:sldMkLst>
          <pc:docMk/>
          <pc:sldMk cId="4077773155" sldId="619"/>
        </pc:sldMkLst>
      </pc:sldChg>
      <pc:sldChg chg="new del">
        <pc:chgData name="Phillips, Patrick" userId="6704e6cd-906d-4e04-8a74-8271fb080a5b" providerId="ADAL" clId="{164B3217-2CF5-42D5-A03F-88785573C6E8}" dt="2026-02-11T04:42:01.653" v="1630" actId="47"/>
        <pc:sldMkLst>
          <pc:docMk/>
          <pc:sldMk cId="4153315684" sldId="62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665410974" sldId="621"/>
        </pc:sldMkLst>
      </pc:sldChg>
      <pc:sldChg chg="addSp delSp modSp new mod chgLayout">
        <pc:chgData name="Phillips, Patrick" userId="6704e6cd-906d-4e04-8a74-8271fb080a5b" providerId="ADAL" clId="{164B3217-2CF5-42D5-A03F-88785573C6E8}" dt="2026-02-11T03:58:52.882" v="705" actId="1076"/>
        <pc:sldMkLst>
          <pc:docMk/>
          <pc:sldMk cId="2352924741" sldId="621"/>
        </pc:sldMkLst>
        <pc:spChg chg="mod ord">
          <ac:chgData name="Phillips, Patrick" userId="6704e6cd-906d-4e04-8a74-8271fb080a5b" providerId="ADAL" clId="{164B3217-2CF5-42D5-A03F-88785573C6E8}" dt="2026-02-11T03:37:12.829" v="268" actId="700"/>
          <ac:spMkLst>
            <pc:docMk/>
            <pc:sldMk cId="2352924741" sldId="621"/>
            <ac:spMk id="2" creationId="{4BB44115-17DF-42EC-DEAA-3EC25050B919}"/>
          </ac:spMkLst>
        </pc:spChg>
        <pc:spChg chg="del mod ord">
          <ac:chgData name="Phillips, Patrick" userId="6704e6cd-906d-4e04-8a74-8271fb080a5b" providerId="ADAL" clId="{164B3217-2CF5-42D5-A03F-88785573C6E8}" dt="2026-02-11T03:37:12.829" v="268" actId="700"/>
          <ac:spMkLst>
            <pc:docMk/>
            <pc:sldMk cId="2352924741" sldId="621"/>
            <ac:spMk id="3" creationId="{0DA50872-CE78-D8BE-6EC6-33A0B719AAF5}"/>
          </ac:spMkLst>
        </pc:spChg>
        <pc:spChg chg="add mod ord">
          <ac:chgData name="Phillips, Patrick" userId="6704e6cd-906d-4e04-8a74-8271fb080a5b" providerId="ADAL" clId="{164B3217-2CF5-42D5-A03F-88785573C6E8}" dt="2026-02-11T03:37:20.235" v="300" actId="20577"/>
          <ac:spMkLst>
            <pc:docMk/>
            <pc:sldMk cId="2352924741" sldId="621"/>
            <ac:spMk id="4" creationId="{7879B6AC-411B-5FAA-1C6C-12C2A33D612C}"/>
          </ac:spMkLst>
        </pc:spChg>
        <pc:spChg chg="add mod ord">
          <ac:chgData name="Phillips, Patrick" userId="6704e6cd-906d-4e04-8a74-8271fb080a5b" providerId="ADAL" clId="{164B3217-2CF5-42D5-A03F-88785573C6E8}" dt="2026-02-11T03:57:23.086" v="683" actId="20577"/>
          <ac:spMkLst>
            <pc:docMk/>
            <pc:sldMk cId="2352924741" sldId="621"/>
            <ac:spMk id="5" creationId="{BBF31D01-02E3-62AB-6C98-8607DAF48B8F}"/>
          </ac:spMkLst>
        </pc:spChg>
        <pc:spChg chg="add mod ord">
          <ac:chgData name="Phillips, Patrick" userId="6704e6cd-906d-4e04-8a74-8271fb080a5b" providerId="ADAL" clId="{164B3217-2CF5-42D5-A03F-88785573C6E8}" dt="2026-02-11T03:37:12.829" v="268" actId="700"/>
          <ac:spMkLst>
            <pc:docMk/>
            <pc:sldMk cId="2352924741" sldId="621"/>
            <ac:spMk id="6" creationId="{6236E7B1-1CCB-BF40-DE59-0625793B187A}"/>
          </ac:spMkLst>
        </pc:spChg>
        <pc:spChg chg="add mod">
          <ac:chgData name="Phillips, Patrick" userId="6704e6cd-906d-4e04-8a74-8271fb080a5b" providerId="ADAL" clId="{164B3217-2CF5-42D5-A03F-88785573C6E8}" dt="2026-02-11T03:43:52.645" v="411" actId="14100"/>
          <ac:spMkLst>
            <pc:docMk/>
            <pc:sldMk cId="2352924741" sldId="621"/>
            <ac:spMk id="7" creationId="{A2673016-3CB4-9080-A125-E850A7BED585}"/>
          </ac:spMkLst>
        </pc:spChg>
        <pc:spChg chg="add del">
          <ac:chgData name="Phillips, Patrick" userId="6704e6cd-906d-4e04-8a74-8271fb080a5b" providerId="ADAL" clId="{164B3217-2CF5-42D5-A03F-88785573C6E8}" dt="2026-02-11T03:48:27.904" v="422" actId="22"/>
          <ac:spMkLst>
            <pc:docMk/>
            <pc:sldMk cId="2352924741" sldId="621"/>
            <ac:spMk id="9" creationId="{E1E73C99-F93A-AE8C-4EA5-560C0330346B}"/>
          </ac:spMkLst>
        </pc:spChg>
        <pc:picChg chg="add mod">
          <ac:chgData name="Phillips, Patrick" userId="6704e6cd-906d-4e04-8a74-8271fb080a5b" providerId="ADAL" clId="{164B3217-2CF5-42D5-A03F-88785573C6E8}" dt="2026-02-11T03:53:09.642" v="610" actId="14100"/>
          <ac:picMkLst>
            <pc:docMk/>
            <pc:sldMk cId="2352924741" sldId="621"/>
            <ac:picMk id="2050" creationId="{681DB523-FA66-95D0-F0D8-68E90923B986}"/>
          </ac:picMkLst>
        </pc:picChg>
        <pc:picChg chg="add mod">
          <ac:chgData name="Phillips, Patrick" userId="6704e6cd-906d-4e04-8a74-8271fb080a5b" providerId="ADAL" clId="{164B3217-2CF5-42D5-A03F-88785573C6E8}" dt="2026-02-11T03:58:39.967" v="700" actId="1076"/>
          <ac:picMkLst>
            <pc:docMk/>
            <pc:sldMk cId="2352924741" sldId="621"/>
            <ac:picMk id="2054" creationId="{71E475AD-512C-582F-72B8-4851FFB6971F}"/>
          </ac:picMkLst>
        </pc:picChg>
        <pc:picChg chg="add mod">
          <ac:chgData name="Phillips, Patrick" userId="6704e6cd-906d-4e04-8a74-8271fb080a5b" providerId="ADAL" clId="{164B3217-2CF5-42D5-A03F-88785573C6E8}" dt="2026-02-11T03:58:52.882" v="705" actId="1076"/>
          <ac:picMkLst>
            <pc:docMk/>
            <pc:sldMk cId="2352924741" sldId="621"/>
            <ac:picMk id="2056" creationId="{4223BF4E-F27F-83D5-B9BD-D239329F6585}"/>
          </ac:picMkLst>
        </pc:picChg>
        <pc:picChg chg="add mod">
          <ac:chgData name="Phillips, Patrick" userId="6704e6cd-906d-4e04-8a74-8271fb080a5b" providerId="ADAL" clId="{164B3217-2CF5-42D5-A03F-88785573C6E8}" dt="2026-02-11T03:58:36.808" v="698" actId="1076"/>
          <ac:picMkLst>
            <pc:docMk/>
            <pc:sldMk cId="2352924741" sldId="621"/>
            <ac:picMk id="2058" creationId="{D73929F6-F14C-A213-8B64-4A5F7399AC3F}"/>
          </ac:picMkLst>
        </pc:picChg>
        <pc:picChg chg="add mod">
          <ac:chgData name="Phillips, Patrick" userId="6704e6cd-906d-4e04-8a74-8271fb080a5b" providerId="ADAL" clId="{164B3217-2CF5-42D5-A03F-88785573C6E8}" dt="2026-02-11T03:58:42.660" v="702" actId="1076"/>
          <ac:picMkLst>
            <pc:docMk/>
            <pc:sldMk cId="2352924741" sldId="621"/>
            <ac:picMk id="2060" creationId="{50C2D603-022A-A497-D026-141F6C6D4054}"/>
          </ac:picMkLst>
        </pc:picChg>
        <pc:picChg chg="add mod">
          <ac:chgData name="Phillips, Patrick" userId="6704e6cd-906d-4e04-8a74-8271fb080a5b" providerId="ADAL" clId="{164B3217-2CF5-42D5-A03F-88785573C6E8}" dt="2026-02-11T03:58:50.757" v="704" actId="167"/>
          <ac:picMkLst>
            <pc:docMk/>
            <pc:sldMk cId="2352924741" sldId="621"/>
            <ac:picMk id="2062" creationId="{AF2BA58E-0AEB-79C8-2C52-271430AA355F}"/>
          </ac:picMkLst>
        </pc:picChg>
      </pc:sldChg>
      <pc:sldChg chg="addSp modSp new mod ord">
        <pc:chgData name="Phillips, Patrick" userId="6704e6cd-906d-4e04-8a74-8271fb080a5b" providerId="ADAL" clId="{164B3217-2CF5-42D5-A03F-88785573C6E8}" dt="2026-02-11T04:50:48.794" v="1875"/>
        <pc:sldMkLst>
          <pc:docMk/>
          <pc:sldMk cId="2869752439" sldId="622"/>
        </pc:sldMkLst>
        <pc:spChg chg="mod">
          <ac:chgData name="Phillips, Patrick" userId="6704e6cd-906d-4e04-8a74-8271fb080a5b" providerId="ADAL" clId="{164B3217-2CF5-42D5-A03F-88785573C6E8}" dt="2026-02-11T04:50:48.794" v="1875"/>
          <ac:spMkLst>
            <pc:docMk/>
            <pc:sldMk cId="2869752439" sldId="622"/>
            <ac:spMk id="3" creationId="{D79099FE-3D6E-D905-42EB-83292D5E2E42}"/>
          </ac:spMkLst>
        </pc:spChg>
        <pc:spChg chg="mod">
          <ac:chgData name="Phillips, Patrick" userId="6704e6cd-906d-4e04-8a74-8271fb080a5b" providerId="ADAL" clId="{164B3217-2CF5-42D5-A03F-88785573C6E8}" dt="2026-02-11T03:40:11.810" v="392"/>
          <ac:spMkLst>
            <pc:docMk/>
            <pc:sldMk cId="2869752439" sldId="622"/>
            <ac:spMk id="5" creationId="{D18A75D3-C6A9-269A-70C0-C62D87F0FB13}"/>
          </ac:spMkLst>
        </pc:spChg>
        <pc:spChg chg="add mod">
          <ac:chgData name="Phillips, Patrick" userId="6704e6cd-906d-4e04-8a74-8271fb080a5b" providerId="ADAL" clId="{164B3217-2CF5-42D5-A03F-88785573C6E8}" dt="2026-02-11T03:40:24.143" v="398" actId="1076"/>
          <ac:spMkLst>
            <pc:docMk/>
            <pc:sldMk cId="2869752439" sldId="622"/>
            <ac:spMk id="9" creationId="{43CA4CF0-86A6-F917-C383-2C099773A15E}"/>
          </ac:spMkLst>
        </pc:spChg>
        <pc:picChg chg="add mod">
          <ac:chgData name="Phillips, Patrick" userId="6704e6cd-906d-4e04-8a74-8271fb080a5b" providerId="ADAL" clId="{164B3217-2CF5-42D5-A03F-88785573C6E8}" dt="2026-02-11T04:37:50.068" v="1626" actId="1076"/>
          <ac:picMkLst>
            <pc:docMk/>
            <pc:sldMk cId="2869752439" sldId="622"/>
            <ac:picMk id="7" creationId="{D3FB63C0-B048-CBB2-C81A-BFA0F8388176}"/>
          </ac:picMkLst>
        </pc:picChg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920462575" sldId="622"/>
        </pc:sldMkLst>
      </pc:sldChg>
      <pc:sldChg chg="addSp modSp new mod">
        <pc:chgData name="Phillips, Patrick" userId="6704e6cd-906d-4e04-8a74-8271fb080a5b" providerId="ADAL" clId="{164B3217-2CF5-42D5-A03F-88785573C6E8}" dt="2026-02-11T04:58:09.380" v="2248" actId="732"/>
        <pc:sldMkLst>
          <pc:docMk/>
          <pc:sldMk cId="1178216266" sldId="623"/>
        </pc:sldMkLst>
        <pc:spChg chg="mod">
          <ac:chgData name="Phillips, Patrick" userId="6704e6cd-906d-4e04-8a74-8271fb080a5b" providerId="ADAL" clId="{164B3217-2CF5-42D5-A03F-88785573C6E8}" dt="2026-02-11T03:52:26.756" v="558" actId="20577"/>
          <ac:spMkLst>
            <pc:docMk/>
            <pc:sldMk cId="1178216266" sldId="623"/>
            <ac:spMk id="3" creationId="{0F52DEBE-15B7-0430-E81D-4FE6A5BF37C0}"/>
          </ac:spMkLst>
        </pc:spChg>
        <pc:picChg chg="add mod modCrop">
          <ac:chgData name="Phillips, Patrick" userId="6704e6cd-906d-4e04-8a74-8271fb080a5b" providerId="ADAL" clId="{164B3217-2CF5-42D5-A03F-88785573C6E8}" dt="2026-02-11T04:58:09.380" v="2248" actId="732"/>
          <ac:picMkLst>
            <pc:docMk/>
            <pc:sldMk cId="1178216266" sldId="623"/>
            <ac:picMk id="7" creationId="{E92092FA-BB58-602A-9802-AA6D9BD356FE}"/>
          </ac:picMkLst>
        </pc:picChg>
      </pc:sldChg>
      <pc:sldChg chg="addSp delSp modSp add del mod">
        <pc:chgData name="Phillips, Patrick" userId="6704e6cd-906d-4e04-8a74-8271fb080a5b" providerId="ADAL" clId="{164B3217-2CF5-42D5-A03F-88785573C6E8}" dt="2026-02-11T04:12:57.222" v="1326" actId="47"/>
        <pc:sldMkLst>
          <pc:docMk/>
          <pc:sldMk cId="3365404201" sldId="624"/>
        </pc:sldMkLst>
        <pc:spChg chg="mod">
          <ac:chgData name="Phillips, Patrick" userId="6704e6cd-906d-4e04-8a74-8271fb080a5b" providerId="ADAL" clId="{164B3217-2CF5-42D5-A03F-88785573C6E8}" dt="2026-02-11T04:10:42.315" v="1256" actId="404"/>
          <ac:spMkLst>
            <pc:docMk/>
            <pc:sldMk cId="3365404201" sldId="624"/>
            <ac:spMk id="2" creationId="{F2696F58-D493-0FC7-B0D6-2E123DA1E6AA}"/>
          </ac:spMkLst>
        </pc:spChg>
        <pc:spChg chg="add del mod">
          <ac:chgData name="Phillips, Patrick" userId="6704e6cd-906d-4e04-8a74-8271fb080a5b" providerId="ADAL" clId="{164B3217-2CF5-42D5-A03F-88785573C6E8}" dt="2026-02-11T04:04:29.398" v="822" actId="478"/>
          <ac:spMkLst>
            <pc:docMk/>
            <pc:sldMk cId="3365404201" sldId="624"/>
            <ac:spMk id="3" creationId="{882031BF-7227-9C59-3128-D20C5CA4182C}"/>
          </ac:spMkLst>
        </pc:spChg>
        <pc:spChg chg="del">
          <ac:chgData name="Phillips, Patrick" userId="6704e6cd-906d-4e04-8a74-8271fb080a5b" providerId="ADAL" clId="{164B3217-2CF5-42D5-A03F-88785573C6E8}" dt="2026-02-11T04:05:33.769" v="848" actId="478"/>
          <ac:spMkLst>
            <pc:docMk/>
            <pc:sldMk cId="3365404201" sldId="624"/>
            <ac:spMk id="4" creationId="{C81E0155-DFD9-A1B7-D998-AFC938AC6A22}"/>
          </ac:spMkLst>
        </pc:spChg>
        <pc:spChg chg="mod">
          <ac:chgData name="Phillips, Patrick" userId="6704e6cd-906d-4e04-8a74-8271fb080a5b" providerId="ADAL" clId="{164B3217-2CF5-42D5-A03F-88785573C6E8}" dt="2026-02-11T04:10:42.315" v="1256" actId="404"/>
          <ac:spMkLst>
            <pc:docMk/>
            <pc:sldMk cId="3365404201" sldId="624"/>
            <ac:spMk id="5" creationId="{D675F19F-0F25-91E4-374B-286A500DF344}"/>
          </ac:spMkLst>
        </pc:spChg>
        <pc:spChg chg="del">
          <ac:chgData name="Phillips, Patrick" userId="6704e6cd-906d-4e04-8a74-8271fb080a5b" providerId="ADAL" clId="{164B3217-2CF5-42D5-A03F-88785573C6E8}" dt="2026-02-11T04:05:32.161" v="847" actId="478"/>
          <ac:spMkLst>
            <pc:docMk/>
            <pc:sldMk cId="3365404201" sldId="624"/>
            <ac:spMk id="6" creationId="{248B3089-11E6-A1B3-2D65-1644E9C32EFC}"/>
          </ac:spMkLst>
        </pc:spChg>
        <pc:spChg chg="add mod">
          <ac:chgData name="Phillips, Patrick" userId="6704e6cd-906d-4e04-8a74-8271fb080a5b" providerId="ADAL" clId="{164B3217-2CF5-42D5-A03F-88785573C6E8}" dt="2026-02-11T04:06:49.045" v="951" actId="14100"/>
          <ac:spMkLst>
            <pc:docMk/>
            <pc:sldMk cId="3365404201" sldId="624"/>
            <ac:spMk id="7" creationId="{771526BA-EC99-8454-91B2-A62AB9D49D89}"/>
          </ac:spMkLst>
        </pc:spChg>
        <pc:spChg chg="mod">
          <ac:chgData name="Phillips, Patrick" userId="6704e6cd-906d-4e04-8a74-8271fb080a5b" providerId="ADAL" clId="{164B3217-2CF5-42D5-A03F-88785573C6E8}" dt="2026-02-11T04:10:43.018" v="1257" actId="404"/>
          <ac:spMkLst>
            <pc:docMk/>
            <pc:sldMk cId="3365404201" sldId="624"/>
            <ac:spMk id="8" creationId="{C705DBEE-BDFB-30B4-1EBB-523C00F36DD3}"/>
          </ac:spMkLst>
        </pc:spChg>
        <pc:spChg chg="del">
          <ac:chgData name="Phillips, Patrick" userId="6704e6cd-906d-4e04-8a74-8271fb080a5b" providerId="ADAL" clId="{164B3217-2CF5-42D5-A03F-88785573C6E8}" dt="2026-02-11T04:04:05.215" v="818" actId="478"/>
          <ac:spMkLst>
            <pc:docMk/>
            <pc:sldMk cId="3365404201" sldId="624"/>
            <ac:spMk id="9" creationId="{8E7C57E5-F3FD-B7EC-B012-1913ACDB767B}"/>
          </ac:spMkLst>
        </pc:spChg>
        <pc:spChg chg="del">
          <ac:chgData name="Phillips, Patrick" userId="6704e6cd-906d-4e04-8a74-8271fb080a5b" providerId="ADAL" clId="{164B3217-2CF5-42D5-A03F-88785573C6E8}" dt="2026-02-11T04:04:05.844" v="819" actId="478"/>
          <ac:spMkLst>
            <pc:docMk/>
            <pc:sldMk cId="3365404201" sldId="624"/>
            <ac:spMk id="10" creationId="{D90D7B80-E6C3-CBE3-6C97-156A2CCB41BF}"/>
          </ac:spMkLst>
        </pc:spChg>
        <pc:spChg chg="add mod">
          <ac:chgData name="Phillips, Patrick" userId="6704e6cd-906d-4e04-8a74-8271fb080a5b" providerId="ADAL" clId="{164B3217-2CF5-42D5-A03F-88785573C6E8}" dt="2026-02-11T04:10:42.315" v="1256" actId="404"/>
          <ac:spMkLst>
            <pc:docMk/>
            <pc:sldMk cId="3365404201" sldId="624"/>
            <ac:spMk id="11" creationId="{9ED50FDE-B676-09F4-C341-CEA24D80ECAB}"/>
          </ac:spMkLst>
        </pc:spChg>
        <pc:spChg chg="add del mod">
          <ac:chgData name="Phillips, Patrick" userId="6704e6cd-906d-4e04-8a74-8271fb080a5b" providerId="ADAL" clId="{164B3217-2CF5-42D5-A03F-88785573C6E8}" dt="2026-02-11T04:10:54.209" v="1262" actId="1076"/>
          <ac:spMkLst>
            <pc:docMk/>
            <pc:sldMk cId="3365404201" sldId="624"/>
            <ac:spMk id="12" creationId="{1E459BFB-4A68-DBE7-662B-5DDBD4B44B87}"/>
          </ac:spMkLst>
        </pc:spChg>
        <pc:spChg chg="add mod">
          <ac:chgData name="Phillips, Patrick" userId="6704e6cd-906d-4e04-8a74-8271fb080a5b" providerId="ADAL" clId="{164B3217-2CF5-42D5-A03F-88785573C6E8}" dt="2026-02-11T04:10:57.629" v="1264" actId="1076"/>
          <ac:spMkLst>
            <pc:docMk/>
            <pc:sldMk cId="3365404201" sldId="624"/>
            <ac:spMk id="13" creationId="{B2FAE092-DE0F-A79D-E537-8B7A8A9AF677}"/>
          </ac:spMkLst>
        </pc:spChg>
        <pc:spChg chg="add mod">
          <ac:chgData name="Phillips, Patrick" userId="6704e6cd-906d-4e04-8a74-8271fb080a5b" providerId="ADAL" clId="{164B3217-2CF5-42D5-A03F-88785573C6E8}" dt="2026-02-11T04:11:13.067" v="1272" actId="1076"/>
          <ac:spMkLst>
            <pc:docMk/>
            <pc:sldMk cId="3365404201" sldId="624"/>
            <ac:spMk id="14" creationId="{2D3EE5B9-5B3A-30CC-30C2-03280F5E66F4}"/>
          </ac:spMkLst>
        </pc:spChg>
        <pc:spChg chg="add mod">
          <ac:chgData name="Phillips, Patrick" userId="6704e6cd-906d-4e04-8a74-8271fb080a5b" providerId="ADAL" clId="{164B3217-2CF5-42D5-A03F-88785573C6E8}" dt="2026-02-11T04:10:47.845" v="1259" actId="404"/>
          <ac:spMkLst>
            <pc:docMk/>
            <pc:sldMk cId="3365404201" sldId="624"/>
            <ac:spMk id="15" creationId="{CC08015E-4A9D-5F4D-C167-AEB2F075E9A3}"/>
          </ac:spMkLst>
        </pc:spChg>
        <pc:spChg chg="add mod">
          <ac:chgData name="Phillips, Patrick" userId="6704e6cd-906d-4e04-8a74-8271fb080a5b" providerId="ADAL" clId="{164B3217-2CF5-42D5-A03F-88785573C6E8}" dt="2026-02-11T04:10:42.315" v="1256" actId="404"/>
          <ac:spMkLst>
            <pc:docMk/>
            <pc:sldMk cId="3365404201" sldId="624"/>
            <ac:spMk id="16" creationId="{27CE6905-43EC-C119-07F0-4E39611BA862}"/>
          </ac:spMkLst>
        </pc:spChg>
        <pc:spChg chg="add mod">
          <ac:chgData name="Phillips, Patrick" userId="6704e6cd-906d-4e04-8a74-8271fb080a5b" providerId="ADAL" clId="{164B3217-2CF5-42D5-A03F-88785573C6E8}" dt="2026-02-11T04:11:21.073" v="1274" actId="14100"/>
          <ac:spMkLst>
            <pc:docMk/>
            <pc:sldMk cId="3365404201" sldId="624"/>
            <ac:spMk id="17" creationId="{744A1543-72ED-6271-387A-D3B6A935F0BC}"/>
          </ac:spMkLst>
        </pc:spChg>
        <pc:spChg chg="add mod">
          <ac:chgData name="Phillips, Patrick" userId="6704e6cd-906d-4e04-8a74-8271fb080a5b" providerId="ADAL" clId="{164B3217-2CF5-42D5-A03F-88785573C6E8}" dt="2026-02-11T04:11:07.716" v="1269" actId="1076"/>
          <ac:spMkLst>
            <pc:docMk/>
            <pc:sldMk cId="3365404201" sldId="624"/>
            <ac:spMk id="18" creationId="{A84055C1-5EAD-274F-6104-67B671AEE9B8}"/>
          </ac:spMkLst>
        </pc:spChg>
        <pc:spChg chg="add mod">
          <ac:chgData name="Phillips, Patrick" userId="6704e6cd-906d-4e04-8a74-8271fb080a5b" providerId="ADAL" clId="{164B3217-2CF5-42D5-A03F-88785573C6E8}" dt="2026-02-11T04:10:47.845" v="1259" actId="404"/>
          <ac:spMkLst>
            <pc:docMk/>
            <pc:sldMk cId="3365404201" sldId="624"/>
            <ac:spMk id="19" creationId="{9F3F4CFE-55E2-61AE-EB45-D7CEC2B4B4AC}"/>
          </ac:spMkLst>
        </pc:spChg>
        <pc:picChg chg="mod">
          <ac:chgData name="Phillips, Patrick" userId="6704e6cd-906d-4e04-8a74-8271fb080a5b" providerId="ADAL" clId="{164B3217-2CF5-42D5-A03F-88785573C6E8}" dt="2026-02-11T04:04:41.396" v="826" actId="1076"/>
          <ac:picMkLst>
            <pc:docMk/>
            <pc:sldMk cId="3365404201" sldId="624"/>
            <ac:picMk id="1026" creationId="{E1BCF797-F5CA-0E0A-200F-0BC17BEAF8BB}"/>
          </ac:picMkLst>
        </pc:picChg>
      </pc:sldChg>
      <pc:sldChg chg="addSp delSp modSp new del mod">
        <pc:chgData name="Phillips, Patrick" userId="6704e6cd-906d-4e04-8a74-8271fb080a5b" providerId="ADAL" clId="{164B3217-2CF5-42D5-A03F-88785573C6E8}" dt="2026-02-11T04:01:24.340" v="723" actId="47"/>
        <pc:sldMkLst>
          <pc:docMk/>
          <pc:sldMk cId="3968580812" sldId="624"/>
        </pc:sldMkLst>
        <pc:spChg chg="add del mod">
          <ac:chgData name="Phillips, Patrick" userId="6704e6cd-906d-4e04-8a74-8271fb080a5b" providerId="ADAL" clId="{164B3217-2CF5-42D5-A03F-88785573C6E8}" dt="2026-02-11T04:01:22.901" v="722" actId="478"/>
          <ac:spMkLst>
            <pc:docMk/>
            <pc:sldMk cId="3968580812" sldId="624"/>
            <ac:spMk id="7" creationId="{37504D4F-23E7-EAF0-AFAC-29CBB8B1FCA8}"/>
          </ac:spMkLst>
        </pc:spChg>
        <pc:picChg chg="add mod">
          <ac:chgData name="Phillips, Patrick" userId="6704e6cd-906d-4e04-8a74-8271fb080a5b" providerId="ADAL" clId="{164B3217-2CF5-42D5-A03F-88785573C6E8}" dt="2026-02-11T04:00:42.887" v="711" actId="1076"/>
          <ac:picMkLst>
            <pc:docMk/>
            <pc:sldMk cId="3968580812" sldId="624"/>
            <ac:picMk id="3074" creationId="{03FDBD8C-6988-7F6C-9975-DF000ACE8E30}"/>
          </ac:picMkLst>
        </pc:picChg>
      </pc:sldChg>
      <pc:sldChg chg="addSp delSp modSp add del mod modAnim">
        <pc:chgData name="Phillips, Patrick" userId="6704e6cd-906d-4e04-8a74-8271fb080a5b" providerId="ADAL" clId="{164B3217-2CF5-42D5-A03F-88785573C6E8}" dt="2026-02-11T04:42:47.507" v="1631" actId="2696"/>
        <pc:sldMkLst>
          <pc:docMk/>
          <pc:sldMk cId="6811570" sldId="625"/>
        </pc:sldMkLst>
        <pc:spChg chg="add del mod">
          <ac:chgData name="Phillips, Patrick" userId="6704e6cd-906d-4e04-8a74-8271fb080a5b" providerId="ADAL" clId="{164B3217-2CF5-42D5-A03F-88785573C6E8}" dt="2026-02-11T04:11:55.581" v="1316" actId="478"/>
          <ac:spMkLst>
            <pc:docMk/>
            <pc:sldMk cId="6811570" sldId="625"/>
            <ac:spMk id="3" creationId="{0ABF4E32-2CC6-99C4-F8ED-E43EF963E2D0}"/>
          </ac:spMkLst>
        </pc:spChg>
        <pc:spChg chg="add del mod">
          <ac:chgData name="Phillips, Patrick" userId="6704e6cd-906d-4e04-8a74-8271fb080a5b" providerId="ADAL" clId="{164B3217-2CF5-42D5-A03F-88785573C6E8}" dt="2026-02-11T04:13:08.044" v="1333" actId="478"/>
          <ac:spMkLst>
            <pc:docMk/>
            <pc:sldMk cId="6811570" sldId="625"/>
            <ac:spMk id="4" creationId="{EE37A463-8949-5A5F-11BE-27655110A62E}"/>
          </ac:spMkLst>
        </pc:spChg>
        <pc:spChg chg="mod">
          <ac:chgData name="Phillips, Patrick" userId="6704e6cd-906d-4e04-8a74-8271fb080a5b" providerId="ADAL" clId="{164B3217-2CF5-42D5-A03F-88785573C6E8}" dt="2026-02-11T04:11:44.660" v="1294" actId="1076"/>
          <ac:spMkLst>
            <pc:docMk/>
            <pc:sldMk cId="6811570" sldId="625"/>
            <ac:spMk id="13" creationId="{5F8B54AC-46DD-E4B3-3914-E009DE5A76C7}"/>
          </ac:spMkLst>
        </pc:spChg>
        <pc:spChg chg="mod">
          <ac:chgData name="Phillips, Patrick" userId="6704e6cd-906d-4e04-8a74-8271fb080a5b" providerId="ADAL" clId="{164B3217-2CF5-42D5-A03F-88785573C6E8}" dt="2026-02-11T04:13:31.061" v="1348" actId="20577"/>
          <ac:spMkLst>
            <pc:docMk/>
            <pc:sldMk cId="6811570" sldId="625"/>
            <ac:spMk id="14" creationId="{E416C412-8407-79E7-38B3-45D794AE3C85}"/>
          </ac:spMkLst>
        </pc:spChg>
        <pc:spChg chg="del">
          <ac:chgData name="Phillips, Patrick" userId="6704e6cd-906d-4e04-8a74-8271fb080a5b" providerId="ADAL" clId="{164B3217-2CF5-42D5-A03F-88785573C6E8}" dt="2026-02-11T04:13:03.536" v="1328" actId="478"/>
          <ac:spMkLst>
            <pc:docMk/>
            <pc:sldMk cId="6811570" sldId="625"/>
            <ac:spMk id="16" creationId="{25F20F82-6574-6109-BD4A-9D0CEE998DA2}"/>
          </ac:spMkLst>
        </pc:spChg>
        <pc:spChg chg="del">
          <ac:chgData name="Phillips, Patrick" userId="6704e6cd-906d-4e04-8a74-8271fb080a5b" providerId="ADAL" clId="{164B3217-2CF5-42D5-A03F-88785573C6E8}" dt="2026-02-11T04:13:04.155" v="1329" actId="478"/>
          <ac:spMkLst>
            <pc:docMk/>
            <pc:sldMk cId="6811570" sldId="625"/>
            <ac:spMk id="17" creationId="{034A3CB9-F7FD-53EA-CD45-AC5E2417210E}"/>
          </ac:spMkLst>
        </pc:spChg>
        <pc:picChg chg="mod">
          <ac:chgData name="Phillips, Patrick" userId="6704e6cd-906d-4e04-8a74-8271fb080a5b" providerId="ADAL" clId="{164B3217-2CF5-42D5-A03F-88785573C6E8}" dt="2026-02-11T04:11:41.025" v="1292" actId="1076"/>
          <ac:picMkLst>
            <pc:docMk/>
            <pc:sldMk cId="6811570" sldId="625"/>
            <ac:picMk id="1026" creationId="{781D5ECC-6342-B169-D8B8-51C938504EF5}"/>
          </ac:picMkLst>
        </pc:picChg>
        <pc:cxnChg chg="add del mod">
          <ac:chgData name="Phillips, Patrick" userId="6704e6cd-906d-4e04-8a74-8271fb080a5b" providerId="ADAL" clId="{164B3217-2CF5-42D5-A03F-88785573C6E8}" dt="2026-02-11T04:13:06.076" v="1331" actId="478"/>
          <ac:cxnSpMkLst>
            <pc:docMk/>
            <pc:sldMk cId="6811570" sldId="625"/>
            <ac:cxnSpMk id="9" creationId="{7ED40C6D-F315-84C5-4E0D-5260720830C7}"/>
          </ac:cxnSpMkLst>
        </pc:cxnChg>
        <pc:cxnChg chg="add del mod">
          <ac:chgData name="Phillips, Patrick" userId="6704e6cd-906d-4e04-8a74-8271fb080a5b" providerId="ADAL" clId="{164B3217-2CF5-42D5-A03F-88785573C6E8}" dt="2026-02-11T04:13:05.117" v="1330" actId="478"/>
          <ac:cxnSpMkLst>
            <pc:docMk/>
            <pc:sldMk cId="6811570" sldId="625"/>
            <ac:cxnSpMk id="20" creationId="{7751C7E3-B00F-0111-F967-2E3B57E2D92A}"/>
          </ac:cxnSpMkLst>
        </pc:cxnChg>
      </pc:sldChg>
      <pc:sldChg chg="add del">
        <pc:chgData name="Phillips, Patrick" userId="6704e6cd-906d-4e04-8a74-8271fb080a5b" providerId="ADAL" clId="{164B3217-2CF5-42D5-A03F-88785573C6E8}" dt="2026-02-11T04:42:49.824" v="1633"/>
        <pc:sldMkLst>
          <pc:docMk/>
          <pc:sldMk cId="435895850" sldId="625"/>
        </pc:sldMkLst>
      </pc:sldChg>
      <pc:sldChg chg="modSp add mod">
        <pc:chgData name="Phillips, Patrick" userId="6704e6cd-906d-4e04-8a74-8271fb080a5b" providerId="ADAL" clId="{164B3217-2CF5-42D5-A03F-88785573C6E8}" dt="2026-02-11T05:00:30.205" v="2267" actId="14100"/>
        <pc:sldMkLst>
          <pc:docMk/>
          <pc:sldMk cId="1333112263" sldId="625"/>
        </pc:sldMkLst>
        <pc:spChg chg="mod">
          <ac:chgData name="Phillips, Patrick" userId="6704e6cd-906d-4e04-8a74-8271fb080a5b" providerId="ADAL" clId="{164B3217-2CF5-42D5-A03F-88785573C6E8}" dt="2026-02-11T05:00:30.205" v="2267" actId="14100"/>
          <ac:spMkLst>
            <pc:docMk/>
            <pc:sldMk cId="1333112263" sldId="625"/>
            <ac:spMk id="11" creationId="{82718CDD-99CF-27E9-9A0B-23848ED6D8AA}"/>
          </ac:spMkLst>
        </pc:spChg>
        <pc:spChg chg="mod">
          <ac:chgData name="Phillips, Patrick" userId="6704e6cd-906d-4e04-8a74-8271fb080a5b" providerId="ADAL" clId="{164B3217-2CF5-42D5-A03F-88785573C6E8}" dt="2026-02-11T04:59:16.215" v="2254" actId="14100"/>
          <ac:spMkLst>
            <pc:docMk/>
            <pc:sldMk cId="1333112263" sldId="625"/>
            <ac:spMk id="15" creationId="{CE6826B1-BA65-0173-734F-6C5C10E957BF}"/>
          </ac:spMkLst>
        </pc:spChg>
        <pc:spChg chg="mod">
          <ac:chgData name="Phillips, Patrick" userId="6704e6cd-906d-4e04-8a74-8271fb080a5b" providerId="ADAL" clId="{164B3217-2CF5-42D5-A03F-88785573C6E8}" dt="2026-02-11T05:00:20.325" v="2265" actId="14100"/>
          <ac:spMkLst>
            <pc:docMk/>
            <pc:sldMk cId="1333112263" sldId="625"/>
            <ac:spMk id="19" creationId="{1FD7827C-F4BC-2DEF-6C94-BEC0EFCC3A16}"/>
          </ac:spMkLst>
        </pc:spChg>
      </pc:sldChg>
      <pc:sldChg chg="add del">
        <pc:chgData name="Phillips, Patrick" userId="6704e6cd-906d-4e04-8a74-8271fb080a5b" providerId="ADAL" clId="{164B3217-2CF5-42D5-A03F-88785573C6E8}" dt="2026-02-11T04:11:24.574" v="1275" actId="47"/>
        <pc:sldMkLst>
          <pc:docMk/>
          <pc:sldMk cId="2689708193" sldId="625"/>
        </pc:sldMkLst>
      </pc:sldChg>
      <pc:sldChg chg="addSp delSp modSp add mod modAnim">
        <pc:chgData name="Phillips, Patrick" userId="6704e6cd-906d-4e04-8a74-8271fb080a5b" providerId="ADAL" clId="{164B3217-2CF5-42D5-A03F-88785573C6E8}" dt="2026-02-11T05:00:35.764" v="2268" actId="14100"/>
        <pc:sldMkLst>
          <pc:docMk/>
          <pc:sldMk cId="25000717" sldId="626"/>
        </pc:sldMkLst>
        <pc:spChg chg="add mod">
          <ac:chgData name="Phillips, Patrick" userId="6704e6cd-906d-4e04-8a74-8271fb080a5b" providerId="ADAL" clId="{164B3217-2CF5-42D5-A03F-88785573C6E8}" dt="2026-02-11T04:59:22.633" v="2256"/>
          <ac:spMkLst>
            <pc:docMk/>
            <pc:sldMk cId="25000717" sldId="626"/>
            <ac:spMk id="3" creationId="{E69AD444-5CB3-233B-CD82-D2802DC23359}"/>
          </ac:spMkLst>
        </pc:spChg>
        <pc:spChg chg="add mod">
          <ac:chgData name="Phillips, Patrick" userId="6704e6cd-906d-4e04-8a74-8271fb080a5b" providerId="ADAL" clId="{164B3217-2CF5-42D5-A03F-88785573C6E8}" dt="2026-02-11T05:00:16.550" v="2264" actId="14100"/>
          <ac:spMkLst>
            <pc:docMk/>
            <pc:sldMk cId="25000717" sldId="626"/>
            <ac:spMk id="6" creationId="{793EAFA5-A824-D498-DF9E-40FECA589D5A}"/>
          </ac:spMkLst>
        </pc:spChg>
        <pc:spChg chg="mod">
          <ac:chgData name="Phillips, Patrick" userId="6704e6cd-906d-4e04-8a74-8271fb080a5b" providerId="ADAL" clId="{164B3217-2CF5-42D5-A03F-88785573C6E8}" dt="2026-02-11T05:00:35.764" v="2268" actId="14100"/>
          <ac:spMkLst>
            <pc:docMk/>
            <pc:sldMk cId="25000717" sldId="626"/>
            <ac:spMk id="11" creationId="{9794F025-5AA4-8017-329A-BEE23E39B365}"/>
          </ac:spMkLst>
        </pc:spChg>
        <pc:spChg chg="del">
          <ac:chgData name="Phillips, Patrick" userId="6704e6cd-906d-4e04-8a74-8271fb080a5b" providerId="ADAL" clId="{164B3217-2CF5-42D5-A03F-88785573C6E8}" dt="2026-02-11T04:59:24.548" v="2257" actId="478"/>
          <ac:spMkLst>
            <pc:docMk/>
            <pc:sldMk cId="25000717" sldId="626"/>
            <ac:spMk id="15" creationId="{65986CD2-C3D7-1CCC-51F7-9CEDAF03CF0C}"/>
          </ac:spMkLst>
        </pc:spChg>
        <pc:spChg chg="mod">
          <ac:chgData name="Phillips, Patrick" userId="6704e6cd-906d-4e04-8a74-8271fb080a5b" providerId="ADAL" clId="{164B3217-2CF5-42D5-A03F-88785573C6E8}" dt="2026-02-11T05:00:12.811" v="2263" actId="14100"/>
          <ac:spMkLst>
            <pc:docMk/>
            <pc:sldMk cId="25000717" sldId="626"/>
            <ac:spMk id="17" creationId="{D6D6B1B3-1C86-313A-4C6B-9446600EADEC}"/>
          </ac:spMkLst>
        </pc:spChg>
        <pc:spChg chg="del">
          <ac:chgData name="Phillips, Patrick" userId="6704e6cd-906d-4e04-8a74-8271fb080a5b" providerId="ADAL" clId="{164B3217-2CF5-42D5-A03F-88785573C6E8}" dt="2026-02-11T04:59:25.676" v="2258" actId="478"/>
          <ac:spMkLst>
            <pc:docMk/>
            <pc:sldMk cId="25000717" sldId="626"/>
            <ac:spMk id="19" creationId="{49AAA4E9-70EE-41A7-3CB9-4A7AE97D9D2E}"/>
          </ac:spMkLst>
        </pc:spChg>
      </pc:sldChg>
      <pc:sldChg chg="modSp add del mod">
        <pc:chgData name="Phillips, Patrick" userId="6704e6cd-906d-4e04-8a74-8271fb080a5b" providerId="ADAL" clId="{164B3217-2CF5-42D5-A03F-88785573C6E8}" dt="2026-02-11T04:42:47.507" v="1631" actId="2696"/>
        <pc:sldMkLst>
          <pc:docMk/>
          <pc:sldMk cId="1425703403" sldId="626"/>
        </pc:sldMkLst>
        <pc:spChg chg="mod">
          <ac:chgData name="Phillips, Patrick" userId="6704e6cd-906d-4e04-8a74-8271fb080a5b" providerId="ADAL" clId="{164B3217-2CF5-42D5-A03F-88785573C6E8}" dt="2026-02-11T04:13:38.581" v="1364" actId="6549"/>
          <ac:spMkLst>
            <pc:docMk/>
            <pc:sldMk cId="1425703403" sldId="626"/>
            <ac:spMk id="14" creationId="{4982EADF-38D8-76E3-EB1F-10E8E5BF1FC1}"/>
          </ac:spMkLst>
        </pc:spChg>
      </pc:sldChg>
      <pc:sldChg chg="add del">
        <pc:chgData name="Phillips, Patrick" userId="6704e6cd-906d-4e04-8a74-8271fb080a5b" providerId="ADAL" clId="{164B3217-2CF5-42D5-A03F-88785573C6E8}" dt="2026-02-11T04:42:49.824" v="1633"/>
        <pc:sldMkLst>
          <pc:docMk/>
          <pc:sldMk cId="2974756976" sldId="626"/>
        </pc:sldMkLst>
      </pc:sldChg>
      <pc:sldChg chg="addSp modSp new del mod ord">
        <pc:chgData name="Phillips, Patrick" userId="6704e6cd-906d-4e04-8a74-8271fb080a5b" providerId="ADAL" clId="{164B3217-2CF5-42D5-A03F-88785573C6E8}" dt="2026-02-11T04:31:21.518" v="1505" actId="47"/>
        <pc:sldMkLst>
          <pc:docMk/>
          <pc:sldMk cId="373668306" sldId="627"/>
        </pc:sldMkLst>
        <pc:spChg chg="mod">
          <ac:chgData name="Phillips, Patrick" userId="6704e6cd-906d-4e04-8a74-8271fb080a5b" providerId="ADAL" clId="{164B3217-2CF5-42D5-A03F-88785573C6E8}" dt="2026-02-11T04:30:19.038" v="1477" actId="20577"/>
          <ac:spMkLst>
            <pc:docMk/>
            <pc:sldMk cId="373668306" sldId="627"/>
            <ac:spMk id="3" creationId="{74E96C58-9E3E-0EDA-15B5-C9E13F1CE2FE}"/>
          </ac:spMkLst>
        </pc:spChg>
        <pc:picChg chg="add mod">
          <ac:chgData name="Phillips, Patrick" userId="6704e6cd-906d-4e04-8a74-8271fb080a5b" providerId="ADAL" clId="{164B3217-2CF5-42D5-A03F-88785573C6E8}" dt="2026-02-11T04:30:05.173" v="1474" actId="1076"/>
          <ac:picMkLst>
            <pc:docMk/>
            <pc:sldMk cId="373668306" sldId="627"/>
            <ac:picMk id="7" creationId="{FF593CC5-BFF8-DCF4-5352-33698B69A6B4}"/>
          </ac:picMkLst>
        </pc:picChg>
        <pc:picChg chg="add mod">
          <ac:chgData name="Phillips, Patrick" userId="6704e6cd-906d-4e04-8a74-8271fb080a5b" providerId="ADAL" clId="{164B3217-2CF5-42D5-A03F-88785573C6E8}" dt="2026-02-11T04:24:47.321" v="1452" actId="962"/>
          <ac:picMkLst>
            <pc:docMk/>
            <pc:sldMk cId="373668306" sldId="627"/>
            <ac:picMk id="9" creationId="{F06DBDC2-F8CF-19BF-5F3E-8222E7301A20}"/>
          </ac:picMkLst>
        </pc:picChg>
        <pc:picChg chg="add mod">
          <ac:chgData name="Phillips, Patrick" userId="6704e6cd-906d-4e04-8a74-8271fb080a5b" providerId="ADAL" clId="{164B3217-2CF5-42D5-A03F-88785573C6E8}" dt="2026-02-11T04:26:23.880" v="1457" actId="962"/>
          <ac:picMkLst>
            <pc:docMk/>
            <pc:sldMk cId="373668306" sldId="627"/>
            <ac:picMk id="11" creationId="{07C5827A-D636-D780-4A34-32627A2B48E1}"/>
          </ac:picMkLst>
        </pc:picChg>
        <pc:picChg chg="add mod">
          <ac:chgData name="Phillips, Patrick" userId="6704e6cd-906d-4e04-8a74-8271fb080a5b" providerId="ADAL" clId="{164B3217-2CF5-42D5-A03F-88785573C6E8}" dt="2026-02-11T04:30:21.424" v="1478" actId="1076"/>
          <ac:picMkLst>
            <pc:docMk/>
            <pc:sldMk cId="373668306" sldId="627"/>
            <ac:picMk id="13" creationId="{063C2B73-B60D-FD48-7608-DB020C6CC5D6}"/>
          </ac:picMkLst>
        </pc:picChg>
      </pc:sldChg>
      <pc:sldChg chg="addSp delSp modSp new mod ord">
        <pc:chgData name="Phillips, Patrick" userId="6704e6cd-906d-4e04-8a74-8271fb080a5b" providerId="ADAL" clId="{164B3217-2CF5-42D5-A03F-88785573C6E8}" dt="2026-02-11T04:54:57.194" v="2247" actId="1076"/>
        <pc:sldMkLst>
          <pc:docMk/>
          <pc:sldMk cId="227330230" sldId="628"/>
        </pc:sldMkLst>
        <pc:spChg chg="mod">
          <ac:chgData name="Phillips, Patrick" userId="6704e6cd-906d-4e04-8a74-8271fb080a5b" providerId="ADAL" clId="{164B3217-2CF5-42D5-A03F-88785573C6E8}" dt="2026-02-11T04:21:38.872" v="1432" actId="20577"/>
          <ac:spMkLst>
            <pc:docMk/>
            <pc:sldMk cId="227330230" sldId="628"/>
            <ac:spMk id="3" creationId="{05BD640D-E119-7D55-7E08-2C29B487F79B}"/>
          </ac:spMkLst>
        </pc:spChg>
        <pc:spChg chg="del">
          <ac:chgData name="Phillips, Patrick" userId="6704e6cd-906d-4e04-8a74-8271fb080a5b" providerId="ADAL" clId="{164B3217-2CF5-42D5-A03F-88785573C6E8}" dt="2026-02-11T04:33:43.048" v="1560" actId="478"/>
          <ac:spMkLst>
            <pc:docMk/>
            <pc:sldMk cId="227330230" sldId="628"/>
            <ac:spMk id="5" creationId="{1386092E-51FB-A27C-07FA-A698210D04AC}"/>
          </ac:spMkLst>
        </pc:spChg>
        <pc:spChg chg="add del mod">
          <ac:chgData name="Phillips, Patrick" userId="6704e6cd-906d-4e04-8a74-8271fb080a5b" providerId="ADAL" clId="{164B3217-2CF5-42D5-A03F-88785573C6E8}" dt="2026-02-11T04:33:40.366" v="1558" actId="478"/>
          <ac:spMkLst>
            <pc:docMk/>
            <pc:sldMk cId="227330230" sldId="628"/>
            <ac:spMk id="6" creationId="{2A2A3944-BECC-D20D-AFCC-94EF1FAB1A16}"/>
          </ac:spMkLst>
        </pc:spChg>
        <pc:spChg chg="add mod">
          <ac:chgData name="Phillips, Patrick" userId="6704e6cd-906d-4e04-8a74-8271fb080a5b" providerId="ADAL" clId="{164B3217-2CF5-42D5-A03F-88785573C6E8}" dt="2026-02-11T04:32:45.497" v="1535" actId="14100"/>
          <ac:spMkLst>
            <pc:docMk/>
            <pc:sldMk cId="227330230" sldId="628"/>
            <ac:spMk id="12" creationId="{F470F8C4-F0CD-22A1-BF1A-A44B4071F141}"/>
          </ac:spMkLst>
        </pc:spChg>
        <pc:spChg chg="add del mod">
          <ac:chgData name="Phillips, Patrick" userId="6704e6cd-906d-4e04-8a74-8271fb080a5b" providerId="ADAL" clId="{164B3217-2CF5-42D5-A03F-88785573C6E8}" dt="2026-02-11T04:33:14.861" v="1538"/>
          <ac:spMkLst>
            <pc:docMk/>
            <pc:sldMk cId="227330230" sldId="628"/>
            <ac:spMk id="13" creationId="{37E220A8-B927-FFC3-6F3F-C96D193C29A0}"/>
          </ac:spMkLst>
        </pc:spChg>
        <pc:spChg chg="add mod">
          <ac:chgData name="Phillips, Patrick" userId="6704e6cd-906d-4e04-8a74-8271fb080a5b" providerId="ADAL" clId="{164B3217-2CF5-42D5-A03F-88785573C6E8}" dt="2026-02-11T04:54:57.194" v="2247" actId="1076"/>
          <ac:spMkLst>
            <pc:docMk/>
            <pc:sldMk cId="227330230" sldId="628"/>
            <ac:spMk id="14" creationId="{385C3040-DABF-F792-5169-B1A8EBA66F71}"/>
          </ac:spMkLst>
        </pc:spChg>
        <pc:spChg chg="add del mod">
          <ac:chgData name="Phillips, Patrick" userId="6704e6cd-906d-4e04-8a74-8271fb080a5b" providerId="ADAL" clId="{164B3217-2CF5-42D5-A03F-88785573C6E8}" dt="2026-02-11T04:33:41.896" v="1559" actId="478"/>
          <ac:spMkLst>
            <pc:docMk/>
            <pc:sldMk cId="227330230" sldId="628"/>
            <ac:spMk id="15" creationId="{D4C79B8D-5297-CE8F-A593-87F9CA64A543}"/>
          </ac:spMkLst>
        </pc:spChg>
        <pc:spChg chg="add del mod">
          <ac:chgData name="Phillips, Patrick" userId="6704e6cd-906d-4e04-8a74-8271fb080a5b" providerId="ADAL" clId="{164B3217-2CF5-42D5-A03F-88785573C6E8}" dt="2026-02-11T04:54:48.956" v="2244" actId="478"/>
          <ac:spMkLst>
            <pc:docMk/>
            <pc:sldMk cId="227330230" sldId="628"/>
            <ac:spMk id="16" creationId="{2D9F7F78-68F9-D0FB-C52C-816C4757D1A7}"/>
          </ac:spMkLst>
        </pc:spChg>
        <pc:spChg chg="add mod">
          <ac:chgData name="Phillips, Patrick" userId="6704e6cd-906d-4e04-8a74-8271fb080a5b" providerId="ADAL" clId="{164B3217-2CF5-42D5-A03F-88785573C6E8}" dt="2026-02-11T04:54:57.194" v="2247" actId="1076"/>
          <ac:spMkLst>
            <pc:docMk/>
            <pc:sldMk cId="227330230" sldId="628"/>
            <ac:spMk id="17" creationId="{08501C91-3717-92B3-4EBD-3903DEBD0DCE}"/>
          </ac:spMkLst>
        </pc:spChg>
        <pc:spChg chg="add del mod">
          <ac:chgData name="Phillips, Patrick" userId="6704e6cd-906d-4e04-8a74-8271fb080a5b" providerId="ADAL" clId="{164B3217-2CF5-42D5-A03F-88785573C6E8}" dt="2026-02-11T04:54:50.585" v="2245" actId="478"/>
          <ac:spMkLst>
            <pc:docMk/>
            <pc:sldMk cId="227330230" sldId="628"/>
            <ac:spMk id="18" creationId="{621F2021-1F37-B392-45E9-B00635723690}"/>
          </ac:spMkLst>
        </pc:spChg>
        <pc:picChg chg="add mod">
          <ac:chgData name="Phillips, Patrick" userId="6704e6cd-906d-4e04-8a74-8271fb080a5b" providerId="ADAL" clId="{164B3217-2CF5-42D5-A03F-88785573C6E8}" dt="2026-02-11T04:54:57.194" v="2247" actId="1076"/>
          <ac:picMkLst>
            <pc:docMk/>
            <pc:sldMk cId="227330230" sldId="628"/>
            <ac:picMk id="8" creationId="{F44401C9-0393-252F-E494-07296854B6DC}"/>
          </ac:picMkLst>
        </pc:picChg>
        <pc:picChg chg="add mod">
          <ac:chgData name="Phillips, Patrick" userId="6704e6cd-906d-4e04-8a74-8271fb080a5b" providerId="ADAL" clId="{164B3217-2CF5-42D5-A03F-88785573C6E8}" dt="2026-02-11T04:54:57.194" v="2247" actId="1076"/>
          <ac:picMkLst>
            <pc:docMk/>
            <pc:sldMk cId="227330230" sldId="628"/>
            <ac:picMk id="10" creationId="{F6DEBAD7-B9D4-B43B-868D-A469D6075347}"/>
          </ac:picMkLst>
        </pc:picChg>
      </pc:sldChg>
      <pc:sldChg chg="delSp modSp add mod ord">
        <pc:chgData name="Phillips, Patrick" userId="6704e6cd-906d-4e04-8a74-8271fb080a5b" providerId="ADAL" clId="{164B3217-2CF5-42D5-A03F-88785573C6E8}" dt="2026-02-11T04:35:26.132" v="1621"/>
        <pc:sldMkLst>
          <pc:docMk/>
          <pc:sldMk cId="1322618209" sldId="629"/>
        </pc:sldMkLst>
        <pc:spChg chg="mod">
          <ac:chgData name="Phillips, Patrick" userId="6704e6cd-906d-4e04-8a74-8271fb080a5b" providerId="ADAL" clId="{164B3217-2CF5-42D5-A03F-88785573C6E8}" dt="2026-02-11T04:35:26.132" v="1621"/>
          <ac:spMkLst>
            <pc:docMk/>
            <pc:sldMk cId="1322618209" sldId="629"/>
            <ac:spMk id="3" creationId="{D7717466-AE4D-733C-3C89-5B2A5215C300}"/>
          </ac:spMkLst>
        </pc:spChg>
        <pc:picChg chg="del">
          <ac:chgData name="Phillips, Patrick" userId="6704e6cd-906d-4e04-8a74-8271fb080a5b" providerId="ADAL" clId="{164B3217-2CF5-42D5-A03F-88785573C6E8}" dt="2026-02-11T04:30:25.303" v="1480" actId="478"/>
          <ac:picMkLst>
            <pc:docMk/>
            <pc:sldMk cId="1322618209" sldId="629"/>
            <ac:picMk id="7" creationId="{9EA1A5FC-8151-287A-08BF-74AF122AC0D4}"/>
          </ac:picMkLst>
        </pc:picChg>
        <pc:picChg chg="del">
          <ac:chgData name="Phillips, Patrick" userId="6704e6cd-906d-4e04-8a74-8271fb080a5b" providerId="ADAL" clId="{164B3217-2CF5-42D5-A03F-88785573C6E8}" dt="2026-02-11T04:31:31.626" v="1509" actId="478"/>
          <ac:picMkLst>
            <pc:docMk/>
            <pc:sldMk cId="1322618209" sldId="629"/>
            <ac:picMk id="9" creationId="{F5476F27-6D39-FDD8-54AD-35A74B6553E6}"/>
          </ac:picMkLst>
        </pc:picChg>
        <pc:picChg chg="del mod">
          <ac:chgData name="Phillips, Patrick" userId="6704e6cd-906d-4e04-8a74-8271fb080a5b" providerId="ADAL" clId="{164B3217-2CF5-42D5-A03F-88785573C6E8}" dt="2026-02-11T04:31:31.231" v="1508" actId="478"/>
          <ac:picMkLst>
            <pc:docMk/>
            <pc:sldMk cId="1322618209" sldId="629"/>
            <ac:picMk id="11" creationId="{356E2124-8ACD-9161-9236-E2B1EBCB178A}"/>
          </ac:picMkLst>
        </pc:picChg>
        <pc:picChg chg="del">
          <ac:chgData name="Phillips, Patrick" userId="6704e6cd-906d-4e04-8a74-8271fb080a5b" providerId="ADAL" clId="{164B3217-2CF5-42D5-A03F-88785573C6E8}" dt="2026-02-11T04:30:26.433" v="1481" actId="478"/>
          <ac:picMkLst>
            <pc:docMk/>
            <pc:sldMk cId="1322618209" sldId="629"/>
            <ac:picMk id="13" creationId="{B38847D8-6FDB-E8AA-DFED-C87D54139CAB}"/>
          </ac:picMkLst>
        </pc:picChg>
      </pc:sldChg>
      <pc:sldChg chg="delSp modSp add mod">
        <pc:chgData name="Phillips, Patrick" userId="6704e6cd-906d-4e04-8a74-8271fb080a5b" providerId="ADAL" clId="{164B3217-2CF5-42D5-A03F-88785573C6E8}" dt="2026-02-11T04:30:46.840" v="1492" actId="478"/>
        <pc:sldMkLst>
          <pc:docMk/>
          <pc:sldMk cId="715199996" sldId="630"/>
        </pc:sldMkLst>
        <pc:picChg chg="mod">
          <ac:chgData name="Phillips, Patrick" userId="6704e6cd-906d-4e04-8a74-8271fb080a5b" providerId="ADAL" clId="{164B3217-2CF5-42D5-A03F-88785573C6E8}" dt="2026-02-11T04:30:35.757" v="1485" actId="1440"/>
          <ac:picMkLst>
            <pc:docMk/>
            <pc:sldMk cId="715199996" sldId="630"/>
            <ac:picMk id="7" creationId="{F4EA56FD-6E27-3049-ED49-DA550D7C3C76}"/>
          </ac:picMkLst>
        </pc:picChg>
        <pc:picChg chg="del">
          <ac:chgData name="Phillips, Patrick" userId="6704e6cd-906d-4e04-8a74-8271fb080a5b" providerId="ADAL" clId="{164B3217-2CF5-42D5-A03F-88785573C6E8}" dt="2026-02-11T04:30:46.840" v="1492" actId="478"/>
          <ac:picMkLst>
            <pc:docMk/>
            <pc:sldMk cId="715199996" sldId="630"/>
            <ac:picMk id="9" creationId="{9E95F420-80D4-AB12-CE6F-CB699E4C6143}"/>
          </ac:picMkLst>
        </pc:picChg>
        <pc:picChg chg="del">
          <ac:chgData name="Phillips, Patrick" userId="6704e6cd-906d-4e04-8a74-8271fb080a5b" providerId="ADAL" clId="{164B3217-2CF5-42D5-A03F-88785573C6E8}" dt="2026-02-11T04:30:45.554" v="1491" actId="478"/>
          <ac:picMkLst>
            <pc:docMk/>
            <pc:sldMk cId="715199996" sldId="630"/>
            <ac:picMk id="11" creationId="{B44C2F7F-78DF-6FAC-96BF-1A8E6CE61077}"/>
          </ac:picMkLst>
        </pc:picChg>
        <pc:picChg chg="mod">
          <ac:chgData name="Phillips, Patrick" userId="6704e6cd-906d-4e04-8a74-8271fb080a5b" providerId="ADAL" clId="{164B3217-2CF5-42D5-A03F-88785573C6E8}" dt="2026-02-11T04:30:43.027" v="1490" actId="1440"/>
          <ac:picMkLst>
            <pc:docMk/>
            <pc:sldMk cId="715199996" sldId="630"/>
            <ac:picMk id="13" creationId="{5D9BD567-073A-D9BC-908C-17ED038CA882}"/>
          </ac:picMkLst>
        </pc:picChg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076289473" sldId="631"/>
        </pc:sldMkLst>
      </pc:sldChg>
      <pc:sldChg chg="addSp modSp add mod">
        <pc:chgData name="Phillips, Patrick" userId="6704e6cd-906d-4e04-8a74-8271fb080a5b" providerId="ADAL" clId="{164B3217-2CF5-42D5-A03F-88785573C6E8}" dt="2026-02-11T04:31:28.691" v="1507" actId="14100"/>
        <pc:sldMkLst>
          <pc:docMk/>
          <pc:sldMk cId="3540023337" sldId="631"/>
        </pc:sldMkLst>
        <pc:picChg chg="add mod ord">
          <ac:chgData name="Phillips, Patrick" userId="6704e6cd-906d-4e04-8a74-8271fb080a5b" providerId="ADAL" clId="{164B3217-2CF5-42D5-A03F-88785573C6E8}" dt="2026-02-11T04:31:28.691" v="1507" actId="14100"/>
          <ac:picMkLst>
            <pc:docMk/>
            <pc:sldMk cId="3540023337" sldId="631"/>
            <ac:picMk id="6" creationId="{3752E2C1-060B-1F28-0B34-DDA68C3FBF2A}"/>
          </ac:picMkLst>
        </pc:picChg>
        <pc:picChg chg="add mod">
          <ac:chgData name="Phillips, Patrick" userId="6704e6cd-906d-4e04-8a74-8271fb080a5b" providerId="ADAL" clId="{164B3217-2CF5-42D5-A03F-88785573C6E8}" dt="2026-02-11T04:31:09.960" v="1500" actId="1076"/>
          <ac:picMkLst>
            <pc:docMk/>
            <pc:sldMk cId="3540023337" sldId="631"/>
            <ac:picMk id="8" creationId="{2C2D13E6-7C79-A874-49DD-473D49CE295B}"/>
          </ac:picMkLst>
        </pc:picChg>
      </pc:sldChg>
      <pc:sldChg chg="addSp delSp modSp new del mod">
        <pc:chgData name="Phillips, Patrick" userId="6704e6cd-906d-4e04-8a74-8271fb080a5b" providerId="ADAL" clId="{164B3217-2CF5-42D5-A03F-88785573C6E8}" dt="2026-02-11T04:50:30.334" v="1872" actId="47"/>
        <pc:sldMkLst>
          <pc:docMk/>
          <pc:sldMk cId="3415154325" sldId="632"/>
        </pc:sldMkLst>
        <pc:spChg chg="mod">
          <ac:chgData name="Phillips, Patrick" userId="6704e6cd-906d-4e04-8a74-8271fb080a5b" providerId="ADAL" clId="{164B3217-2CF5-42D5-A03F-88785573C6E8}" dt="2026-02-11T04:48:49.888" v="1854" actId="403"/>
          <ac:spMkLst>
            <pc:docMk/>
            <pc:sldMk cId="3415154325" sldId="632"/>
            <ac:spMk id="2" creationId="{DA960116-C603-85A9-B670-21B060363D87}"/>
          </ac:spMkLst>
        </pc:spChg>
        <pc:spChg chg="mod">
          <ac:chgData name="Phillips, Patrick" userId="6704e6cd-906d-4e04-8a74-8271fb080a5b" providerId="ADAL" clId="{164B3217-2CF5-42D5-A03F-88785573C6E8}" dt="2026-02-11T04:48:49.888" v="1854" actId="403"/>
          <ac:spMkLst>
            <pc:docMk/>
            <pc:sldMk cId="3415154325" sldId="632"/>
            <ac:spMk id="3" creationId="{B4F09DA0-1F30-F9BD-9F37-5E9F91675B28}"/>
          </ac:spMkLst>
        </pc:spChg>
        <pc:spChg chg="mod">
          <ac:chgData name="Phillips, Patrick" userId="6704e6cd-906d-4e04-8a74-8271fb080a5b" providerId="ADAL" clId="{164B3217-2CF5-42D5-A03F-88785573C6E8}" dt="2026-02-11T04:48:49.888" v="1854" actId="403"/>
          <ac:spMkLst>
            <pc:docMk/>
            <pc:sldMk cId="3415154325" sldId="632"/>
            <ac:spMk id="4" creationId="{C1902D1D-0E24-F8CD-C35A-2704F5500996}"/>
          </ac:spMkLst>
        </pc:spChg>
        <pc:spChg chg="del mod">
          <ac:chgData name="Phillips, Patrick" userId="6704e6cd-906d-4e04-8a74-8271fb080a5b" providerId="ADAL" clId="{164B3217-2CF5-42D5-A03F-88785573C6E8}" dt="2026-02-11T04:48:26.716" v="1841" actId="478"/>
          <ac:spMkLst>
            <pc:docMk/>
            <pc:sldMk cId="3415154325" sldId="632"/>
            <ac:spMk id="5" creationId="{4B95973B-576A-886A-DA03-8BDEB2E64EBF}"/>
          </ac:spMkLst>
        </pc:spChg>
        <pc:spChg chg="add del mod">
          <ac:chgData name="Phillips, Patrick" userId="6704e6cd-906d-4e04-8a74-8271fb080a5b" providerId="ADAL" clId="{164B3217-2CF5-42D5-A03F-88785573C6E8}" dt="2026-02-11T04:48:27.808" v="1842"/>
          <ac:spMkLst>
            <pc:docMk/>
            <pc:sldMk cId="3415154325" sldId="632"/>
            <ac:spMk id="7" creationId="{D5A3A288-56DA-6C03-A508-8932BC247B40}"/>
          </ac:spMkLst>
        </pc:spChg>
        <pc:graphicFrameChg chg="add mod modGraphic">
          <ac:chgData name="Phillips, Patrick" userId="6704e6cd-906d-4e04-8a74-8271fb080a5b" providerId="ADAL" clId="{164B3217-2CF5-42D5-A03F-88785573C6E8}" dt="2026-02-11T04:49:09.974" v="1871" actId="14100"/>
          <ac:graphicFrameMkLst>
            <pc:docMk/>
            <pc:sldMk cId="3415154325" sldId="632"/>
            <ac:graphicFrameMk id="8" creationId="{66AD8A09-8755-A9E3-53A4-03B5C0434C6C}"/>
          </ac:graphicFrameMkLst>
        </pc:graphicFrameChg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522250717" sldId="63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502898436" sldId="104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399983074" sldId="106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670462612" sldId="1066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15699754" sldId="106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896894344" sldId="106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331286678" sldId="106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48637749" sldId="107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17255734" sldId="1071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959636226" sldId="107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515218741" sldId="107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91709584" sldId="107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4272233460" sldId="107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733275468" sldId="108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045318756" sldId="1081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19342877" sldId="108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901697424" sldId="108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501859904" sldId="108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148313031" sldId="1086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07198361" sldId="108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625528267" sldId="108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676942568" sldId="109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313696103" sldId="109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425131313" sldId="109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51211379" sldId="1096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300554671" sldId="109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587247457" sldId="109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4017629856" sldId="113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85101681" sldId="113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966567439" sldId="114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105183736" sldId="114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23095264" sldId="114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926265659" sldId="114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05953204" sldId="1146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85234383" sldId="114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487796160" sldId="115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85520557" sldId="115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311830579" sldId="115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939673428" sldId="115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740302776" sldId="116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868641466" sldId="1161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83260795" sldId="116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681245001" sldId="116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788082960" sldId="1168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520740600" sldId="116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4206299927" sldId="1170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4213909325" sldId="1171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752319667" sldId="1172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506264645" sldId="1173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1302119251" sldId="1174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399742618" sldId="1175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2383217650" sldId="1237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903279403" sldId="1259"/>
        </pc:sldMkLst>
      </pc:sldChg>
      <pc:sldChg chg="del">
        <pc:chgData name="Phillips, Patrick" userId="6704e6cd-906d-4e04-8a74-8271fb080a5b" providerId="ADAL" clId="{164B3217-2CF5-42D5-A03F-88785573C6E8}" dt="2026-02-11T03:25:43.446" v="0" actId="47"/>
        <pc:sldMkLst>
          <pc:docMk/>
          <pc:sldMk cId="3401646963" sldId="1261"/>
        </pc:sldMkLst>
      </pc:sldChg>
      <pc:sldMasterChg chg="delSldLayout">
        <pc:chgData name="Phillips, Patrick" userId="6704e6cd-906d-4e04-8a74-8271fb080a5b" providerId="ADAL" clId="{164B3217-2CF5-42D5-A03F-88785573C6E8}" dt="2026-02-11T03:25:43.446" v="0" actId="47"/>
        <pc:sldMasterMkLst>
          <pc:docMk/>
          <pc:sldMasterMk cId="1344021813" sldId="2147483660"/>
        </pc:sldMasterMkLst>
        <pc:sldLayoutChg chg="del">
          <pc:chgData name="Phillips, Patrick" userId="6704e6cd-906d-4e04-8a74-8271fb080a5b" providerId="ADAL" clId="{164B3217-2CF5-42D5-A03F-88785573C6E8}" dt="2026-02-11T03:25:43.446" v="0" actId="47"/>
          <pc:sldLayoutMkLst>
            <pc:docMk/>
            <pc:sldMasterMk cId="1344021813" sldId="2147483660"/>
            <pc:sldLayoutMk cId="2475909945" sldId="2147484021"/>
          </pc:sldLayoutMkLst>
        </pc:sldLayoutChg>
        <pc:sldLayoutChg chg="del">
          <pc:chgData name="Phillips, Patrick" userId="6704e6cd-906d-4e04-8a74-8271fb080a5b" providerId="ADAL" clId="{164B3217-2CF5-42D5-A03F-88785573C6E8}" dt="2026-02-11T03:25:43.446" v="0" actId="47"/>
          <pc:sldLayoutMkLst>
            <pc:docMk/>
            <pc:sldMasterMk cId="1344021813" sldId="2147483660"/>
            <pc:sldLayoutMk cId="3920493027" sldId="2147484023"/>
          </pc:sldLayoutMkLst>
        </pc:sldLayoutChg>
      </pc:sldMasterChg>
      <pc:sldMasterChg chg="del">
        <pc:chgData name="Phillips, Patrick" userId="6704e6cd-906d-4e04-8a74-8271fb080a5b" providerId="ADAL" clId="{164B3217-2CF5-42D5-A03F-88785573C6E8}" dt="2026-02-11T03:33:29.216" v="232" actId="2696"/>
        <pc:sldMasterMkLst>
          <pc:docMk/>
          <pc:sldMasterMk cId="1183844683" sldId="2147483673"/>
        </pc:sldMasterMkLst>
      </pc:sldMasterChg>
      <pc:sldMasterChg chg="delSldLayout">
        <pc:chgData name="Phillips, Patrick" userId="6704e6cd-906d-4e04-8a74-8271fb080a5b" providerId="ADAL" clId="{164B3217-2CF5-42D5-A03F-88785573C6E8}" dt="2026-02-11T03:25:43.446" v="0" actId="47"/>
        <pc:sldMasterMkLst>
          <pc:docMk/>
          <pc:sldMasterMk cId="1344021813" sldId="2147483974"/>
        </pc:sldMasterMkLst>
        <pc:sldLayoutChg chg="del">
          <pc:chgData name="Phillips, Patrick" userId="6704e6cd-906d-4e04-8a74-8271fb080a5b" providerId="ADAL" clId="{164B3217-2CF5-42D5-A03F-88785573C6E8}" dt="2026-02-11T03:25:43.446" v="0" actId="47"/>
          <pc:sldLayoutMkLst>
            <pc:docMk/>
            <pc:sldMasterMk cId="1344021813" sldId="2147483974"/>
            <pc:sldLayoutMk cId="2004919224" sldId="2147484009"/>
          </pc:sldLayoutMkLst>
        </pc:sldLayoutChg>
        <pc:sldLayoutChg chg="del">
          <pc:chgData name="Phillips, Patrick" userId="6704e6cd-906d-4e04-8a74-8271fb080a5b" providerId="ADAL" clId="{164B3217-2CF5-42D5-A03F-88785573C6E8}" dt="2026-02-11T03:25:43.446" v="0" actId="47"/>
          <pc:sldLayoutMkLst>
            <pc:docMk/>
            <pc:sldMasterMk cId="1344021813" sldId="2147483974"/>
            <pc:sldLayoutMk cId="3767301309" sldId="2147484010"/>
          </pc:sldLayoutMkLst>
        </pc:sldLayoutChg>
        <pc:sldLayoutChg chg="del">
          <pc:chgData name="Phillips, Patrick" userId="6704e6cd-906d-4e04-8a74-8271fb080a5b" providerId="ADAL" clId="{164B3217-2CF5-42D5-A03F-88785573C6E8}" dt="2026-02-11T03:25:43.446" v="0" actId="47"/>
          <pc:sldLayoutMkLst>
            <pc:docMk/>
            <pc:sldMasterMk cId="1344021813" sldId="2147483974"/>
            <pc:sldLayoutMk cId="3803352168" sldId="214748402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791258-CC6F-508E-597B-3E65BF7272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55270-1EDC-CE1A-F9FC-085F756F29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AC57A-590C-4F1F-BC77-0105A2AE6CB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530E-397E-5C9C-919C-AF938D7BA4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D4937-A442-41C9-9187-AC8903E915D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205E9E-B282-163A-5AD4-21AE9B95F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38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70052-2869-46FF-BABE-E7580A22C6BB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39715-A38E-4F35-AE01-36DE1D9F6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257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69A98-88E1-440B-B67D-59A449E437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6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– Tea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538" y="322539"/>
            <a:ext cx="11869463" cy="6535461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670561" y="0"/>
            <a:ext cx="7555913" cy="5739619"/>
          </a:xfrm>
          <a:prstGeom prst="rect">
            <a:avLst/>
          </a:prstGeom>
          <a:solidFill>
            <a:srgbClr val="052049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2133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1047842" y="5159267"/>
            <a:ext cx="2567117" cy="238607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6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Title 15"/>
          <p:cNvSpPr>
            <a:spLocks noGrp="1"/>
          </p:cNvSpPr>
          <p:nvPr>
            <p:ph type="title" hasCustomPrompt="1"/>
          </p:nvPr>
        </p:nvSpPr>
        <p:spPr>
          <a:xfrm>
            <a:off x="1045698" y="1503862"/>
            <a:ext cx="6635263" cy="1749284"/>
          </a:xfrm>
        </p:spPr>
        <p:txBody>
          <a:bodyPr anchor="b">
            <a:noAutofit/>
          </a:bodyPr>
          <a:lstStyle>
            <a:lvl1pPr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050520" y="3368000"/>
            <a:ext cx="6630440" cy="6776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133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45699" y="4473718"/>
            <a:ext cx="5588615" cy="56895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133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2400" dirty="0" smtClean="0">
                <a:latin typeface="+mn-lt"/>
              </a:defRPr>
            </a:lvl2pPr>
            <a:lvl3pPr>
              <a:defRPr lang="en-US" sz="2400" dirty="0" smtClean="0">
                <a:latin typeface="+mn-lt"/>
              </a:defRPr>
            </a:lvl3pPr>
            <a:lvl4pPr>
              <a:defRPr lang="en-US" sz="2400" dirty="0" smtClean="0">
                <a:latin typeface="+mn-lt"/>
              </a:defRPr>
            </a:lvl4pPr>
            <a:lvl5pPr>
              <a:defRPr lang="en-US" sz="24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657437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/>
          <p:cNvSpPr/>
          <p:nvPr userDrawn="1"/>
        </p:nvSpPr>
        <p:spPr bwMode="auto">
          <a:xfrm>
            <a:off x="1" y="2363625"/>
            <a:ext cx="9402305" cy="1881809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2133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2559252"/>
            <a:ext cx="8580549" cy="1477195"/>
          </a:xfrm>
        </p:spPr>
        <p:txBody>
          <a:bodyPr anchor="ctr">
            <a:noAutofit/>
          </a:bodyPr>
          <a:lstStyle>
            <a:lvl1pPr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hart Placeholder 2"/>
          <p:cNvSpPr>
            <a:spLocks noGrp="1"/>
          </p:cNvSpPr>
          <p:nvPr>
            <p:ph type="chart" sz="quarter" idx="14"/>
          </p:nvPr>
        </p:nvSpPr>
        <p:spPr>
          <a:xfrm>
            <a:off x="357810" y="469927"/>
            <a:ext cx="11449876" cy="52970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543432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losing with logo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invGray">
          <a:xfrm>
            <a:off x="5153580" y="2710217"/>
            <a:ext cx="2094721" cy="136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73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logo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invGray">
          <a:xfrm>
            <a:off x="5153580" y="2710217"/>
            <a:ext cx="2094721" cy="136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28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/>
          <p:cNvSpPr/>
          <p:nvPr userDrawn="1"/>
        </p:nvSpPr>
        <p:spPr bwMode="auto">
          <a:xfrm>
            <a:off x="1" y="2363625"/>
            <a:ext cx="9402305" cy="1881809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2133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2559252"/>
            <a:ext cx="8580549" cy="1477195"/>
          </a:xfrm>
        </p:spPr>
        <p:txBody>
          <a:bodyPr anchor="ctr">
            <a:noAutofit/>
          </a:bodyPr>
          <a:lstStyle>
            <a:lvl1pPr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Header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hart Placeholder 2"/>
          <p:cNvSpPr>
            <a:spLocks noGrp="1"/>
          </p:cNvSpPr>
          <p:nvPr>
            <p:ph type="chart" sz="quarter" idx="14"/>
          </p:nvPr>
        </p:nvSpPr>
        <p:spPr>
          <a:xfrm>
            <a:off x="357810" y="469927"/>
            <a:ext cx="11449876" cy="52970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543432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00F0-24B6-E47F-B8ED-0CCC3D4A1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728F-88A9-21E5-EF9B-23ED4DF3B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1A6A4-8A41-9D7A-61DF-AA9043CB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7A8C7-CCB5-4980-AA23-E6C8E276841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B1724-C680-9816-AB14-01D7C7D6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F7A2-0C43-3A43-8416-9B2826CF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925DC-863C-450C-B14A-42AAF1BD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66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43372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0737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427295"/>
            <a:ext cx="10786535" cy="467820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Slide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2033" y="1513789"/>
            <a:ext cx="11100731" cy="4011503"/>
          </a:xfrm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2"/>
          </p:nvPr>
        </p:nvSpPr>
        <p:spPr>
          <a:xfrm>
            <a:off x="8139388" y="6452363"/>
            <a:ext cx="1236257" cy="15523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70" y="6470130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10" y="6453508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5508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1"/>
            <a:ext cx="10898107" cy="611449"/>
          </a:xfrm>
        </p:spPr>
        <p:txBody>
          <a:bodyPr anchor="b">
            <a:noAutofit/>
          </a:bodyPr>
          <a:lstStyle>
            <a:lvl1pPr>
              <a:defRPr sz="480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4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i="0">
                <a:latin typeface="+mn-lt"/>
              </a:defRPr>
            </a:lvl1pPr>
            <a:lvl2pPr marL="306908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687899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1066773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447764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4402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3969" r:id="rId2"/>
    <p:sldLayoutId id="2147483951" r:id="rId3"/>
    <p:sldLayoutId id="2147483671" r:id="rId4"/>
    <p:sldLayoutId id="2147484023" r:id="rId5"/>
  </p:sldLayoutIdLst>
  <p:transition>
    <p:fade/>
  </p:transition>
  <p:hf hdr="0" ftr="0" dt="0"/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lang="en-US" sz="3733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393690" indent="-393690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933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72565" indent="-378875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667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075240" indent="-30267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4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29632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133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50440" indent="-302676" algn="l" defTabSz="853419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667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95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800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295275" indent="-295275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8416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0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2701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2250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7013" algn="l" defTabSz="640080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0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95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73" r:id="rId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800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295275" indent="-295275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8416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0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2701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2250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7013" algn="l" defTabSz="640080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0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4402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11" r:id="rId2"/>
    <p:sldLayoutId id="2147483988" r:id="rId3"/>
    <p:sldLayoutId id="2147484024" r:id="rId4"/>
  </p:sldLayoutIdLst>
  <p:transition>
    <p:fade/>
  </p:transition>
  <p:hf hdr="0" ftr="0" dt="0"/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lang="en-US" sz="3733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393690" indent="-393690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933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72565" indent="-378875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667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075240" indent="-30267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4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29632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133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50440" indent="-302676" algn="l" defTabSz="853419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667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95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4800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295275" indent="-295275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8416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0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2701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2250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7013" algn="l" defTabSz="640080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0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44021813"/>
      </p:ext>
    </p:extLst>
  </p:cSld>
  <p:clrMap bg1="lt1" tx1="dk1" bg2="lt2" tx2="dk2" accent1="accent1" accent2="accent2" accent3="accent3" accent4="accent4" accent5="accent5" accent6="accent6" hlink="hlink" folHlink="folHlink"/>
  <p:transition>
    <p:fade/>
  </p:transition>
  <p:hf hdr="0" ftr="0" dt="0"/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lang="en-US" sz="3733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393690" indent="-393690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933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72565" indent="-378875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667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075240" indent="-30267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80000"/>
        <a:buFont typeface="Wingdings" charset="2"/>
        <a:buChar char="§"/>
        <a:tabLst/>
        <a:defRPr lang="en-US" sz="24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296326" algn="l" defTabSz="85341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133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50440" indent="-302676" algn="l" defTabSz="853419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667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5240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458789"/>
            <a:ext cx="10433051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406400" y="1371600"/>
            <a:ext cx="11379200" cy="0"/>
          </a:xfrm>
          <a:prstGeom prst="line">
            <a:avLst/>
          </a:prstGeom>
          <a:noFill/>
          <a:ln w="22225">
            <a:solidFill>
              <a:srgbClr val="9169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sz="2400" dirty="0"/>
          </a:p>
        </p:txBody>
      </p:sp>
      <p:sp>
        <p:nvSpPr>
          <p:cNvPr id="2053" name="TextBox 6"/>
          <p:cNvSpPr txBox="1">
            <a:spLocks noChangeArrowheads="1"/>
          </p:cNvSpPr>
          <p:nvPr userDrawn="1"/>
        </p:nvSpPr>
        <p:spPr bwMode="auto">
          <a:xfrm>
            <a:off x="7874000" y="6453189"/>
            <a:ext cx="4057651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-1" charset="0"/>
                <a:ea typeface="ＭＳ Ｐゴシック" pitchFamily="-1" charset="-128"/>
              </a:defRPr>
            </a:lvl9pPr>
          </a:lstStyle>
          <a:p>
            <a:pPr algn="r">
              <a:defRPr/>
            </a:pPr>
            <a:r>
              <a:rPr lang="en-GB" altLang="en-US" sz="1100" dirty="0">
                <a:solidFill>
                  <a:srgbClr val="8A7967"/>
                </a:solidFill>
                <a:latin typeface="Verdana" pitchFamily="-1" charset="0"/>
              </a:rPr>
              <a:t>MRC Clinical Trials Unit at UCL</a:t>
            </a:r>
          </a:p>
        </p:txBody>
      </p:sp>
      <p:sp>
        <p:nvSpPr>
          <p:cNvPr id="2" name="TextBox 1"/>
          <p:cNvSpPr txBox="1"/>
          <p:nvPr userDrawn="1"/>
        </p:nvSpPr>
        <p:spPr>
          <a:xfrm flipH="1">
            <a:off x="239350" y="6430268"/>
            <a:ext cx="812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Patrick Phillips –patrick.phillips@ucl.ac.uk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4" r:id="rId2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ＭＳ Ｐゴシック" pitchFamily="-1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  <a:ea typeface="ＭＳ Ｐゴシック" pitchFamily="-1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  <a:ea typeface="ＭＳ Ｐゴシック" pitchFamily="-1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  <a:ea typeface="ＭＳ Ｐゴシック" pitchFamily="-1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  <a:ea typeface="ＭＳ Ｐゴシック" pitchFamily="-1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20049"/>
        </a:buClr>
        <a:buChar char="•"/>
        <a:defRPr sz="2000">
          <a:solidFill>
            <a:schemeClr val="tx1"/>
          </a:solidFill>
          <a:latin typeface="+mn-lt"/>
          <a:ea typeface="ＭＳ Ｐゴシック" pitchFamily="-1" charset="-128"/>
          <a:cs typeface="ＭＳ Ｐゴシック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20049"/>
        </a:buClr>
        <a:buChar char="•"/>
        <a:defRPr sz="2000">
          <a:solidFill>
            <a:schemeClr val="tx1"/>
          </a:solidFill>
          <a:latin typeface="+mn-lt"/>
          <a:ea typeface="ＭＳ Ｐゴシック" pitchFamily="-8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20049"/>
        </a:buClr>
        <a:buChar char="•"/>
        <a:defRPr>
          <a:solidFill>
            <a:schemeClr val="tx1"/>
          </a:solidFill>
          <a:latin typeface="+mn-lt"/>
          <a:ea typeface="ＭＳ Ｐゴシック" pitchFamily="-84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rgbClr val="920049"/>
        </a:buClr>
        <a:buChar char="–"/>
        <a:defRPr>
          <a:solidFill>
            <a:schemeClr val="tx1"/>
          </a:solidFill>
          <a:latin typeface="+mn-lt"/>
          <a:ea typeface="ＭＳ Ｐゴシック" pitchFamily="-84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rgbClr val="920049"/>
        </a:buClr>
        <a:buChar char="»"/>
        <a:defRPr i="1">
          <a:solidFill>
            <a:schemeClr val="tx1"/>
          </a:solidFill>
          <a:latin typeface="+mn-lt"/>
          <a:ea typeface="ＭＳ Ｐゴシック" pitchFamily="-84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rgbClr val="920049"/>
        </a:buClr>
        <a:buChar char="»"/>
        <a:defRPr i="1">
          <a:solidFill>
            <a:schemeClr val="tx1"/>
          </a:solidFill>
          <a:latin typeface="+mn-lt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rgbClr val="920049"/>
        </a:buClr>
        <a:buChar char="»"/>
        <a:defRPr i="1">
          <a:solidFill>
            <a:schemeClr val="tx1"/>
          </a:solidFill>
          <a:latin typeface="+mn-lt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rgbClr val="920049"/>
        </a:buClr>
        <a:buChar char="»"/>
        <a:defRPr i="1">
          <a:solidFill>
            <a:schemeClr val="tx1"/>
          </a:solidFill>
          <a:latin typeface="+mn-lt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rgbClr val="920049"/>
        </a:buClr>
        <a:buChar char="»"/>
        <a:defRPr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3"/>
            <a:ext cx="10786533" cy="4678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257" y="1515613"/>
            <a:ext cx="10786535" cy="16619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2"/>
          </p:nvPr>
        </p:nvSpPr>
        <p:spPr>
          <a:xfrm>
            <a:off x="8139388" y="6452363"/>
            <a:ext cx="1236257" cy="15523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70" y="6470130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10" y="6453508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5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" name="Straight Connector 8"/>
          <p:cNvCxnSpPr/>
          <p:nvPr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/>
        </p:nvSpPr>
        <p:spPr bwMode="auto">
          <a:xfrm>
            <a:off x="11190819" y="6400801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645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800" b="0" kern="1200" cap="none" spc="0" baseline="0" dirty="0" smtClean="0">
          <a:solidFill>
            <a:schemeClr val="tx1"/>
          </a:solidFill>
          <a:latin typeface="+mn-lt"/>
          <a:ea typeface="+mj-ea"/>
          <a:cs typeface="Arial" pitchFamily="34" charset="0"/>
        </a:defRPr>
      </a:lvl1pPr>
    </p:titleStyle>
    <p:bodyStyle>
      <a:lvl1pPr marL="168275" indent="-1682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" panose="05000000000000000000" pitchFamily="2" charset="2"/>
        <a:buChar char="§"/>
        <a:defRPr lang="en-US" sz="1800" b="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457200" indent="-227013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742950" indent="-227013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‒"/>
        <a:defRPr lang="en-US" sz="1800" b="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02870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" panose="05000000000000000000" pitchFamily="2" charset="2"/>
        <a:buChar char="§"/>
        <a:defRPr lang="en-US" sz="1800" b="0" kern="1200" dirty="0" smtClean="0">
          <a:solidFill>
            <a:schemeClr val="tx1"/>
          </a:solidFill>
          <a:latin typeface="+mj-lt"/>
          <a:ea typeface="+mn-ea"/>
          <a:cs typeface="+mn-cs"/>
        </a:defRPr>
      </a:lvl4pPr>
      <a:lvl5pPr marL="1312863" indent="-227013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4780" y="425001"/>
            <a:ext cx="10898107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30867" y="6470129"/>
            <a:ext cx="5747876" cy="137980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62808" y="6453505"/>
            <a:ext cx="328081" cy="155233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933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86834" y="6250080"/>
            <a:ext cx="11218333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370417" y="6250080"/>
            <a:ext cx="1146048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11190818" y="6400800"/>
            <a:ext cx="641349" cy="308099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idx="1"/>
          </p:nvPr>
        </p:nvSpPr>
        <p:spPr>
          <a:xfrm>
            <a:off x="612911" y="1868556"/>
            <a:ext cx="10850220" cy="3909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95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800" b="0" kern="1200" cap="none" spc="0" baseline="0" dirty="0" smtClean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295275" indent="-295275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8416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20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27013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2250" algn="l" defTabSz="64008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>
            <a:lumMod val="50000"/>
          </a:schemeClr>
        </a:buClr>
        <a:buSzPct val="100000"/>
        <a:buFont typeface=".AppleSystemUIFont" charset="0"/>
        <a:buChar char="-"/>
        <a:tabLst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7013" algn="l" defTabSz="640080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0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Patrick.Phillips@ucsf.edu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c-path.org/tools-platforms/tb-pacts/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balliance.org/from-drugs-to-regimens-transforming-tb-drug-development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balliance.org/from-drugs-to-regimens-transforming-tb-drug-development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balliance.org/from-drugs-to-regimens-transforming-tb-drug-development/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539505-8398-804F-B611-EDA7711F7B64}"/>
              </a:ext>
            </a:extLst>
          </p:cNvPr>
          <p:cNvSpPr/>
          <p:nvPr/>
        </p:nvSpPr>
        <p:spPr bwMode="auto">
          <a:xfrm>
            <a:off x="787983" y="94811"/>
            <a:ext cx="3575261" cy="1007831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6F87D2-91BF-73C5-9710-A91B6EF4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163" y="1347075"/>
            <a:ext cx="6634162" cy="3422278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TB Drug Development and Clinical Trials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TB </a:t>
            </a:r>
            <a:r>
              <a:rPr lang="en-US" sz="2800" dirty="0" err="1"/>
              <a:t>Hackday</a:t>
            </a:r>
            <a:r>
              <a:rPr lang="en-US" sz="2800" dirty="0"/>
              <a:t>, February 11, 2026</a:t>
            </a:r>
            <a:br>
              <a:rPr lang="en-US" sz="2800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880E9-81AE-1671-4041-3146DA5E7D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0520" y="3762855"/>
            <a:ext cx="7023580" cy="1748070"/>
          </a:xfrm>
        </p:spPr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Patrick Phillips, PhD</a:t>
            </a:r>
          </a:p>
          <a:p>
            <a:r>
              <a:rPr lang="en-US" sz="1600" dirty="0"/>
              <a:t>UCTRAC • UCSF Center for Tuberculosis</a:t>
            </a:r>
          </a:p>
          <a:p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Patrick.Phillips@ucsf.edu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CD6EB-764A-8D65-4A53-8CD827A9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201" y="30188"/>
            <a:ext cx="1493435" cy="1987099"/>
          </a:xfrm>
          <a:prstGeom prst="rect">
            <a:avLst/>
          </a:prstGeom>
        </p:spPr>
      </p:pic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2E9DAD06-AC63-4B80-78AA-843744CEC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44" y="184717"/>
            <a:ext cx="3337201" cy="869734"/>
          </a:xfrm>
          <a:prstGeom prst="rect">
            <a:avLst/>
          </a:prstGeom>
        </p:spPr>
      </p:pic>
      <p:pic>
        <p:nvPicPr>
          <p:cNvPr id="10" name="Picture 9" descr="A purple sign with white text&#10;&#10;Description automatically generated">
            <a:extLst>
              <a:ext uri="{FF2B5EF4-FFF2-40B4-BE49-F238E27FC236}">
                <a16:creationId xmlns:a16="http://schemas.microsoft.com/office/drawing/2014/main" id="{0491F2B0-F11B-28FC-AF8F-27FFC74FE8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578" y="190630"/>
            <a:ext cx="2470837" cy="247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2992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95C8F4-1145-CA67-5854-CD2BEDDD45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D64843-7C7F-53F6-6DE1-D91E9FB5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6D12B3-1282-4302-921B-3BEFA500C6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53D776-3F4A-6365-FD34-4A95E9439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What data will I get to use?</a:t>
            </a:r>
          </a:p>
          <a:p>
            <a:r>
              <a:rPr lang="en-US" sz="3200" dirty="0"/>
              <a:t>Why is this important?</a:t>
            </a:r>
          </a:p>
          <a:p>
            <a:r>
              <a:rPr lang="en-US" sz="3200" dirty="0"/>
              <a:t>Can my hacking have impact?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74469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F8F328-B592-E365-F5CD-276CB530EC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52DEBE-15B7-0430-E81D-4FE6A5BF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 will I get to use?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15915-7562-EBB3-4FB5-9292DB875E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B7DE2F-7BE2-17E2-1B86-B0425054B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The image depicts a webpage or document related to the TB-PACTS program, which is focused on aggregating and standardizing clinical tuberculosis (TB) study data for research purposes.&#10;&#10;AI-generated content may be incorrect.">
            <a:extLst>
              <a:ext uri="{FF2B5EF4-FFF2-40B4-BE49-F238E27FC236}">
                <a16:creationId xmlns:a16="http://schemas.microsoft.com/office/drawing/2014/main" id="{E92092FA-BB58-602A-9802-AA6D9BD3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6"/>
          <a:stretch>
            <a:fillRect/>
          </a:stretch>
        </p:blipFill>
        <p:spPr>
          <a:xfrm>
            <a:off x="1815076" y="1244600"/>
            <a:ext cx="8649453" cy="6764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82162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Médecins Sans Frontières | CTO Live Aid">
            <a:extLst>
              <a:ext uri="{FF2B5EF4-FFF2-40B4-BE49-F238E27FC236}">
                <a16:creationId xmlns:a16="http://schemas.microsoft.com/office/drawing/2014/main" id="{AF2BA58E-0AEB-79C8-2C52-271430AA3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632" y="3129052"/>
            <a:ext cx="1659736" cy="7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B44115-17DF-42EC-DEAA-3EC25050B9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79B6AC-411B-5FAA-1C6C-12C2A33D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TB-PACTS Data Repository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36E7B1-1CCB-BF40-DE59-0625793B18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F31D01-02E3-62AB-6C98-8607DAF48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Freely available</a:t>
            </a:r>
          </a:p>
          <a:p>
            <a:pPr lvl="1"/>
            <a:r>
              <a:rPr lang="en-US" dirty="0"/>
              <a:t>Request access here: </a:t>
            </a:r>
            <a:r>
              <a:rPr lang="en-US" dirty="0">
                <a:hlinkClick r:id="rId3"/>
              </a:rPr>
              <a:t>https://c-path.org/tools-platforms/tb-pacts/</a:t>
            </a:r>
            <a:endParaRPr lang="en-US" dirty="0"/>
          </a:p>
          <a:p>
            <a:r>
              <a:rPr lang="en-US" dirty="0"/>
              <a:t>33 trials</a:t>
            </a:r>
          </a:p>
          <a:p>
            <a:r>
              <a:rPr lang="en-US" dirty="0"/>
              <a:t>27912 participants</a:t>
            </a:r>
          </a:p>
          <a:p>
            <a:r>
              <a:rPr lang="en-US" dirty="0"/>
              <a:t>50+ treatment regimens </a:t>
            </a:r>
          </a:p>
        </p:txBody>
      </p:sp>
      <p:pic>
        <p:nvPicPr>
          <p:cNvPr id="2050" name="Picture 2" descr="Logo for Tuberculosis Trials Consortium. Written in purple and blue lettering. Includes a sketch of a lung.">
            <a:extLst>
              <a:ext uri="{FF2B5EF4-FFF2-40B4-BE49-F238E27FC236}">
                <a16:creationId xmlns:a16="http://schemas.microsoft.com/office/drawing/2014/main" id="{681DB523-FA66-95D0-F0D8-68E90923B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772" y="146964"/>
            <a:ext cx="2461400" cy="138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TB Alliance | Putting science to work for better, faster TB cures.">
            <a:extLst>
              <a:ext uri="{FF2B5EF4-FFF2-40B4-BE49-F238E27FC236}">
                <a16:creationId xmlns:a16="http://schemas.microsoft.com/office/drawing/2014/main" id="{A2673016-3CB4-9080-A125-E850A7BED5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834883" y="3062288"/>
            <a:ext cx="9602521" cy="210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Global Alliance for TB Drug Development | RTI">
            <a:extLst>
              <a:ext uri="{FF2B5EF4-FFF2-40B4-BE49-F238E27FC236}">
                <a16:creationId xmlns:a16="http://schemas.microsoft.com/office/drawing/2014/main" id="{71E475AD-512C-582F-72B8-4851FFB69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613" y="4551333"/>
            <a:ext cx="2425540" cy="97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ity St George's, University of London - Wikipedia">
            <a:extLst>
              <a:ext uri="{FF2B5EF4-FFF2-40B4-BE49-F238E27FC236}">
                <a16:creationId xmlns:a16="http://schemas.microsoft.com/office/drawing/2014/main" id="{4223BF4E-F27F-83D5-B9BD-D239329F6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724" y="1474047"/>
            <a:ext cx="1571429" cy="162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raining • MRC Clinical Trials Unit at UCL">
            <a:extLst>
              <a:ext uri="{FF2B5EF4-FFF2-40B4-BE49-F238E27FC236}">
                <a16:creationId xmlns:a16="http://schemas.microsoft.com/office/drawing/2014/main" id="{D73929F6-F14C-A213-8B64-4A5F7399A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850" y="5383439"/>
            <a:ext cx="4691233" cy="78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MRC Call for Applications: Infections and Immunity research grant - MESA">
            <a:extLst>
              <a:ext uri="{FF2B5EF4-FFF2-40B4-BE49-F238E27FC236}">
                <a16:creationId xmlns:a16="http://schemas.microsoft.com/office/drawing/2014/main" id="{50C2D603-022A-A497-D026-141F6C6D4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7021" y="3959476"/>
            <a:ext cx="1571429" cy="68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92474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0E57-AD0D-BD14-B7FD-010F4A66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9DFB34-DA15-4BA6-04C7-36578CA354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0EFB70-88FE-EEDB-1A5A-F9503729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C11E1-410C-C0ED-0E6B-A0EFD987E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CFD50F-0EBF-DE86-4A43-E7C3E4AF1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BDD714-A95B-B322-17F4-14C7B6590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1"/>
          <a:stretch>
            <a:fillRect/>
          </a:stretch>
        </p:blipFill>
        <p:spPr bwMode="auto">
          <a:xfrm>
            <a:off x="526848" y="1374183"/>
            <a:ext cx="11194116" cy="480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A5265D-437A-2B82-60F6-59C3D1DF11F5}"/>
              </a:ext>
            </a:extLst>
          </p:cNvPr>
          <p:cNvSpPr txBox="1"/>
          <p:nvPr/>
        </p:nvSpPr>
        <p:spPr bwMode="auto">
          <a:xfrm>
            <a:off x="612911" y="6331739"/>
            <a:ext cx="9571424" cy="27699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TB Alliance, </a:t>
            </a:r>
            <a:r>
              <a:rPr lang="en-US" sz="1200" dirty="0">
                <a:hlinkClick r:id="rId3"/>
              </a:rPr>
              <a:t>https://www.tballiance.org/from-drugs-to-regimens-transforming-tb-drug-development/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7777315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46D1B-DCB2-8651-80BB-1C15CBA9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A9982F-6E58-C86E-DE09-C22CEDA91C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BC3C5B-A19C-03E0-570E-A1D84410F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6604B8-BFD1-5FD7-8795-F871693AD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1"/>
          <a:stretch>
            <a:fillRect/>
          </a:stretch>
        </p:blipFill>
        <p:spPr bwMode="auto">
          <a:xfrm>
            <a:off x="526848" y="1374183"/>
            <a:ext cx="11194116" cy="480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6B9573-CB5C-17FA-09A8-BE2A4AC609ED}"/>
              </a:ext>
            </a:extLst>
          </p:cNvPr>
          <p:cNvSpPr txBox="1"/>
          <p:nvPr/>
        </p:nvSpPr>
        <p:spPr bwMode="auto">
          <a:xfrm>
            <a:off x="612911" y="6331739"/>
            <a:ext cx="9571424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TB Alliance, </a:t>
            </a:r>
            <a:r>
              <a:rPr lang="en-US" sz="1200" dirty="0">
                <a:hlinkClick r:id="rId3"/>
              </a:rPr>
              <a:t>https://www.tballiance.org/from-drugs-to-regimens-transforming-tb-drug-development/</a:t>
            </a:r>
            <a:endParaRPr lang="en-US" sz="1200" dirty="0"/>
          </a:p>
          <a:p>
            <a:r>
              <a:rPr lang="en-US" sz="1200" dirty="0"/>
              <a:t>With Thanks to Kelly Dooley for Wave Framework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1BEACC3-1019-8527-5DF4-E708A51EC7BF}"/>
              </a:ext>
            </a:extLst>
          </p:cNvPr>
          <p:cNvSpPr/>
          <p:nvPr/>
        </p:nvSpPr>
        <p:spPr>
          <a:xfrm rot="5400000">
            <a:off x="2392280" y="-371609"/>
            <a:ext cx="508127" cy="3477831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82718CDD-99CF-27E9-9A0B-23848ED6D8AA}"/>
              </a:ext>
            </a:extLst>
          </p:cNvPr>
          <p:cNvSpPr/>
          <p:nvPr/>
        </p:nvSpPr>
        <p:spPr>
          <a:xfrm rot="5400000">
            <a:off x="4823014" y="147967"/>
            <a:ext cx="508127" cy="2415622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A5569-B503-3F02-857F-03B483316A74}"/>
              </a:ext>
            </a:extLst>
          </p:cNvPr>
          <p:cNvSpPr txBox="1"/>
          <p:nvPr/>
        </p:nvSpPr>
        <p:spPr bwMode="auto">
          <a:xfrm>
            <a:off x="788277" y="360783"/>
            <a:ext cx="2117925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1.</a:t>
            </a:r>
            <a:r>
              <a:rPr lang="en-US" sz="1600" dirty="0"/>
              <a:t> First ever treatment for TB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9E0DB-23DD-730C-ACC7-49026EB20DB7}"/>
              </a:ext>
            </a:extLst>
          </p:cNvPr>
          <p:cNvSpPr txBox="1"/>
          <p:nvPr/>
        </p:nvSpPr>
        <p:spPr bwMode="auto">
          <a:xfrm>
            <a:off x="3588338" y="346992"/>
            <a:ext cx="2321898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1a.</a:t>
            </a:r>
            <a:r>
              <a:rPr lang="en-US" sz="1600" dirty="0"/>
              <a:t> Combination regimen development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37BB0B-BEB5-AEBF-E1F6-BA0031C4BD6C}"/>
              </a:ext>
            </a:extLst>
          </p:cNvPr>
          <p:cNvSpPr txBox="1"/>
          <p:nvPr/>
        </p:nvSpPr>
        <p:spPr bwMode="auto">
          <a:xfrm>
            <a:off x="7304700" y="360783"/>
            <a:ext cx="2321899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2.</a:t>
            </a:r>
            <a:r>
              <a:rPr lang="en-US" sz="1600" dirty="0"/>
              <a:t> First new TB drugs for decades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CE6826B1-BA65-0173-734F-6C5C10E957BF}"/>
              </a:ext>
            </a:extLst>
          </p:cNvPr>
          <p:cNvSpPr/>
          <p:nvPr/>
        </p:nvSpPr>
        <p:spPr>
          <a:xfrm rot="5400000">
            <a:off x="8944969" y="838819"/>
            <a:ext cx="508127" cy="990600"/>
          </a:xfrm>
          <a:prstGeom prst="leftBrace">
            <a:avLst>
              <a:gd name="adj1" fmla="val 43893"/>
              <a:gd name="adj2" fmla="val 5134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0461F-461F-55E5-1B20-D7AD23FE9DC5}"/>
              </a:ext>
            </a:extLst>
          </p:cNvPr>
          <p:cNvSpPr txBox="1"/>
          <p:nvPr/>
        </p:nvSpPr>
        <p:spPr bwMode="auto">
          <a:xfrm>
            <a:off x="9885403" y="283169"/>
            <a:ext cx="2289659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2a.</a:t>
            </a:r>
            <a:r>
              <a:rPr lang="en-US" sz="1600" dirty="0"/>
              <a:t> Combination regimen development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1FD7827C-F4BC-2DEF-6C94-BEC0EFCC3A16}"/>
              </a:ext>
            </a:extLst>
          </p:cNvPr>
          <p:cNvSpPr/>
          <p:nvPr/>
        </p:nvSpPr>
        <p:spPr>
          <a:xfrm rot="5400000">
            <a:off x="9969436" y="474516"/>
            <a:ext cx="508127" cy="1667934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33112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0DE4D-C840-6B2A-9DBD-EB4E9DDF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040A91-653C-077E-4A9B-9CD106F52B7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7F1FFE-35FE-C956-DFFB-00A9F7F3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36B39-48DF-689B-2530-BC72A27B9B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1"/>
          <a:stretch>
            <a:fillRect/>
          </a:stretch>
        </p:blipFill>
        <p:spPr bwMode="auto">
          <a:xfrm>
            <a:off x="526848" y="1374183"/>
            <a:ext cx="11194116" cy="480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6B4356-A519-D041-46B2-712A2AB0672A}"/>
              </a:ext>
            </a:extLst>
          </p:cNvPr>
          <p:cNvSpPr txBox="1"/>
          <p:nvPr/>
        </p:nvSpPr>
        <p:spPr bwMode="auto">
          <a:xfrm>
            <a:off x="612911" y="6331739"/>
            <a:ext cx="9571424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TB Alliance, </a:t>
            </a:r>
            <a:r>
              <a:rPr lang="en-US" sz="1200" dirty="0">
                <a:hlinkClick r:id="rId3"/>
              </a:rPr>
              <a:t>https://www.tballiance.org/from-drugs-to-regimens-transforming-tb-drug-development/</a:t>
            </a:r>
            <a:endParaRPr lang="en-US" sz="1200" dirty="0"/>
          </a:p>
          <a:p>
            <a:r>
              <a:rPr lang="en-US" sz="1200" dirty="0"/>
              <a:t>With Thanks to Kelly Dooley for Wave Framework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589C21B-307D-BCB7-42D4-47C3D6FB6F1C}"/>
              </a:ext>
            </a:extLst>
          </p:cNvPr>
          <p:cNvSpPr/>
          <p:nvPr/>
        </p:nvSpPr>
        <p:spPr>
          <a:xfrm rot="5400000">
            <a:off x="2392280" y="-371609"/>
            <a:ext cx="508127" cy="3477831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794F025-5AA4-8017-329A-BEE23E39B365}"/>
              </a:ext>
            </a:extLst>
          </p:cNvPr>
          <p:cNvSpPr/>
          <p:nvPr/>
        </p:nvSpPr>
        <p:spPr>
          <a:xfrm rot="5400000">
            <a:off x="4869876" y="194827"/>
            <a:ext cx="508127" cy="2321899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4B553-89AB-E8EC-4D3E-35CCE635898E}"/>
              </a:ext>
            </a:extLst>
          </p:cNvPr>
          <p:cNvSpPr txBox="1"/>
          <p:nvPr/>
        </p:nvSpPr>
        <p:spPr bwMode="auto">
          <a:xfrm>
            <a:off x="788277" y="360783"/>
            <a:ext cx="2117925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1.</a:t>
            </a:r>
            <a:r>
              <a:rPr lang="en-US" sz="1600" dirty="0"/>
              <a:t> First ever treatment for TB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54FDB-A2DF-0B59-5974-2468E5432633}"/>
              </a:ext>
            </a:extLst>
          </p:cNvPr>
          <p:cNvSpPr txBox="1"/>
          <p:nvPr/>
        </p:nvSpPr>
        <p:spPr bwMode="auto">
          <a:xfrm>
            <a:off x="3588338" y="346992"/>
            <a:ext cx="2321898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1a.</a:t>
            </a:r>
            <a:r>
              <a:rPr lang="en-US" sz="1600" dirty="0"/>
              <a:t> Combination regimen development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745CA-ADFB-00BE-FD66-D0FB3241F7FF}"/>
              </a:ext>
            </a:extLst>
          </p:cNvPr>
          <p:cNvSpPr txBox="1"/>
          <p:nvPr/>
        </p:nvSpPr>
        <p:spPr bwMode="auto">
          <a:xfrm>
            <a:off x="7304700" y="360783"/>
            <a:ext cx="2321899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2.</a:t>
            </a:r>
            <a:r>
              <a:rPr lang="en-US" sz="1600" dirty="0"/>
              <a:t> First new TB drugs for decades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94258-AADD-1AEB-3C38-2319ADB781C8}"/>
              </a:ext>
            </a:extLst>
          </p:cNvPr>
          <p:cNvSpPr/>
          <p:nvPr/>
        </p:nvSpPr>
        <p:spPr bwMode="auto">
          <a:xfrm>
            <a:off x="4511768" y="1609840"/>
            <a:ext cx="1773121" cy="2047760"/>
          </a:xfrm>
          <a:prstGeom prst="rect">
            <a:avLst/>
          </a:prstGeom>
          <a:solidFill>
            <a:srgbClr val="FFCC00">
              <a:alpha val="50196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D6B1B3-1C86-313A-4C6B-9446600EADEC}"/>
              </a:ext>
            </a:extLst>
          </p:cNvPr>
          <p:cNvSpPr/>
          <p:nvPr/>
        </p:nvSpPr>
        <p:spPr bwMode="auto">
          <a:xfrm>
            <a:off x="8441267" y="1596084"/>
            <a:ext cx="2584364" cy="2061515"/>
          </a:xfrm>
          <a:prstGeom prst="rect">
            <a:avLst/>
          </a:prstGeom>
          <a:solidFill>
            <a:srgbClr val="FFCC00">
              <a:alpha val="50196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25CF9-FA88-2685-CA5D-16A1569520B7}"/>
              </a:ext>
            </a:extLst>
          </p:cNvPr>
          <p:cNvSpPr txBox="1"/>
          <p:nvPr/>
        </p:nvSpPr>
        <p:spPr bwMode="auto">
          <a:xfrm>
            <a:off x="9885403" y="283169"/>
            <a:ext cx="2289659" cy="6771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600" b="1" dirty="0"/>
              <a:t>Wave 2a.</a:t>
            </a:r>
            <a:r>
              <a:rPr lang="en-US" sz="1600" dirty="0"/>
              <a:t> Combination regimen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AE87B-17E8-9ABA-4799-3439E129AD16}"/>
              </a:ext>
            </a:extLst>
          </p:cNvPr>
          <p:cNvSpPr txBox="1"/>
          <p:nvPr/>
        </p:nvSpPr>
        <p:spPr bwMode="auto">
          <a:xfrm>
            <a:off x="6856472" y="5621798"/>
            <a:ext cx="2321898" cy="492443"/>
          </a:xfrm>
          <a:prstGeom prst="rect">
            <a:avLst/>
          </a:prstGeom>
          <a:solidFill>
            <a:srgbClr val="FFCC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2000" b="1" dirty="0"/>
              <a:t>TB-PACTS Data</a:t>
            </a:r>
            <a:endParaRPr lang="en-US" sz="2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17352C-015E-8F5E-3B36-6D80B166BE8A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5672667" y="3657599"/>
            <a:ext cx="2344754" cy="1964199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675BB4-C88A-4A6A-29EE-3629EE00B3F9}"/>
              </a:ext>
            </a:extLst>
          </p:cNvPr>
          <p:cNvCxnSpPr/>
          <p:nvPr/>
        </p:nvCxnSpPr>
        <p:spPr>
          <a:xfrm flipV="1">
            <a:off x="8017421" y="3657599"/>
            <a:ext cx="2247040" cy="1964199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id="{E69AD444-5CB3-233B-CD82-D2802DC23359}"/>
              </a:ext>
            </a:extLst>
          </p:cNvPr>
          <p:cNvSpPr/>
          <p:nvPr/>
        </p:nvSpPr>
        <p:spPr>
          <a:xfrm rot="5400000">
            <a:off x="8944969" y="838819"/>
            <a:ext cx="508127" cy="990600"/>
          </a:xfrm>
          <a:prstGeom prst="leftBrace">
            <a:avLst>
              <a:gd name="adj1" fmla="val 43893"/>
              <a:gd name="adj2" fmla="val 51344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93EAFA5-A824-D498-DF9E-40FECA589D5A}"/>
              </a:ext>
            </a:extLst>
          </p:cNvPr>
          <p:cNvSpPr/>
          <p:nvPr/>
        </p:nvSpPr>
        <p:spPr>
          <a:xfrm rot="5400000">
            <a:off x="9939803" y="444883"/>
            <a:ext cx="508127" cy="1727200"/>
          </a:xfrm>
          <a:prstGeom prst="leftBrace">
            <a:avLst>
              <a:gd name="adj1" fmla="val 43893"/>
              <a:gd name="adj2" fmla="val 52487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00071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148E-8E81-05DC-5EB0-7B972A34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615943-7F6A-A516-D189-40AFA2AFE1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9A05CD-B70E-0BBC-AE20-1FEC9F8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C184B-2734-7156-C1E8-A3C85F9C8F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C71932-5419-5DF2-FE50-5D3931AF4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A56FD-6E27-3049-ED49-DA550D7C3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86" y="1150918"/>
            <a:ext cx="606188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The Biggest Monster&#10;&#10;AI-generated content may be incorrect.">
            <a:extLst>
              <a:ext uri="{FF2B5EF4-FFF2-40B4-BE49-F238E27FC236}">
                <a16:creationId xmlns:a16="http://schemas.microsoft.com/office/drawing/2014/main" id="{5D9BD567-073A-D9BC-908C-17ED038CA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86" y="1539103"/>
            <a:ext cx="4565140" cy="5448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51999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AA343-EB05-37E7-5C4E-9B426C75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D8CF9-1454-668C-7D5C-78BCFE4D28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D6540C-5DAC-07E2-C54C-8F0FD05E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4B19F-930E-855A-EE72-D921E23A30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15B43E-5614-8FF1-B41E-6E68CDA89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80933-6A32-1569-4E2F-5E209782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86" y="1150918"/>
            <a:ext cx="606188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The Biggest Monster&#10;&#10;AI-generated content may be incorrect.">
            <a:extLst>
              <a:ext uri="{FF2B5EF4-FFF2-40B4-BE49-F238E27FC236}">
                <a16:creationId xmlns:a16="http://schemas.microsoft.com/office/drawing/2014/main" id="{06959D1D-B896-ACB2-059D-C02458BA0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86" y="1539103"/>
            <a:ext cx="4565140" cy="5448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n image depicts a significant tuberculosis outbreak in Kansas City, Kan., with a notable rise in active and latent cases, highlighting the crucial role of hospital laboratories in managing bacterial infections.&#10;&#10;AI-generated content may be incorrect.">
            <a:extLst>
              <a:ext uri="{FF2B5EF4-FFF2-40B4-BE49-F238E27FC236}">
                <a16:creationId xmlns:a16="http://schemas.microsoft.com/office/drawing/2014/main" id="{2C2D13E6-7C79-A874-49DD-473D49CE2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69" y="2241927"/>
            <a:ext cx="7698934" cy="5156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headline reports an official confirmation of a tuberculosis outbreak at a private school in San Francisco.&#10;&#10;AI-generated content may be incorrect.">
            <a:extLst>
              <a:ext uri="{FF2B5EF4-FFF2-40B4-BE49-F238E27FC236}">
                <a16:creationId xmlns:a16="http://schemas.microsoft.com/office/drawing/2014/main" id="{3752E2C1-060B-1F28-0B34-DDA68C3FB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733" y="3398715"/>
            <a:ext cx="6249493" cy="4635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02333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4E43A8-E5A5-8C92-3CDF-8F64A057DC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BD640D-E119-7D55-7E08-2C29B487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AA47-F13F-B33A-0DC3-E5D1D574C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The graph illustrates a declining trend in new TB notifications among people living with HIV from 2010 to 2024, with a significant drop to zero in 2015.&#10;&#10;AI-generated content may be incorrect.">
            <a:extLst>
              <a:ext uri="{FF2B5EF4-FFF2-40B4-BE49-F238E27FC236}">
                <a16:creationId xmlns:a16="http://schemas.microsoft.com/office/drawing/2014/main" id="{F44401C9-0393-252F-E494-07296854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8" y="2242490"/>
            <a:ext cx="5656573" cy="3389041"/>
          </a:xfrm>
          <a:prstGeom prst="rect">
            <a:avLst/>
          </a:prstGeom>
        </p:spPr>
      </p:pic>
      <p:pic>
        <p:nvPicPr>
          <p:cNvPr id="10" name="Picture 9" descr="The graph shows a projection of the number of HIV-negative and HIV-positive people, with an increase in HIV prevalence from 2010 to 2024.&#10;&#10;AI-generated content may be incorrect.">
            <a:extLst>
              <a:ext uri="{FF2B5EF4-FFF2-40B4-BE49-F238E27FC236}">
                <a16:creationId xmlns:a16="http://schemas.microsoft.com/office/drawing/2014/main" id="{F6DEBAD7-B9D4-B43B-868D-A469D607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108" y="2242490"/>
            <a:ext cx="5845779" cy="33234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70F8C4-F0CD-22A1-BF1A-A44B4071F141}"/>
              </a:ext>
            </a:extLst>
          </p:cNvPr>
          <p:cNvSpPr txBox="1"/>
          <p:nvPr/>
        </p:nvSpPr>
        <p:spPr bwMode="auto">
          <a:xfrm>
            <a:off x="612910" y="6291161"/>
            <a:ext cx="10486889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/>
            <a:r>
              <a:rPr lang="en-US" sz="1800" dirty="0">
                <a:latin typeface="Calibri" panose="020F0502020204030204" pitchFamily="34" charset="0"/>
              </a:rPr>
              <a:t>World Health Organization. Global Tuberculosis Report 2025. Geneva: World Health Organization; 2025.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385C3040-DABF-F792-5169-B1A8EBA66F71}"/>
              </a:ext>
            </a:extLst>
          </p:cNvPr>
          <p:cNvSpPr txBox="1">
            <a:spLocks/>
          </p:cNvSpPr>
          <p:nvPr/>
        </p:nvSpPr>
        <p:spPr>
          <a:xfrm>
            <a:off x="7327296" y="1858424"/>
            <a:ext cx="3616273" cy="61144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cap="none" spc="0" baseline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sz="4000" dirty="0"/>
              <a:t>1.23m deaths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08501C91-3717-92B3-4EBD-3903DEBD0DCE}"/>
              </a:ext>
            </a:extLst>
          </p:cNvPr>
          <p:cNvSpPr txBox="1">
            <a:spLocks/>
          </p:cNvSpPr>
          <p:nvPr/>
        </p:nvSpPr>
        <p:spPr>
          <a:xfrm>
            <a:off x="1439558" y="1953344"/>
            <a:ext cx="4576833" cy="514129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cap="none" spc="0" baseline="0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sz="4000" dirty="0"/>
              <a:t>10.7m new cases</a:t>
            </a:r>
          </a:p>
        </p:txBody>
      </p:sp>
    </p:spTree>
    <p:extLst>
      <p:ext uri="{BB962C8B-B14F-4D97-AF65-F5344CB8AC3E}">
        <p14:creationId xmlns:p14="http://schemas.microsoft.com/office/powerpoint/2010/main" val="22733023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FD78C6-6532-D9F5-EFBC-9E3E3BA4CE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9099FE-3D6E-D905-42EB-83292D5E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C381-D4D0-28DE-C73A-136093A669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8A75D3-C6A9-269A-70C0-C62D87F0F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 descr="The image depicts a conversation between John Green and Beet Belling, focusing on the topic of tuberculosis and its historical significance.&#10;&#10;AI-generated content may be incorrect.">
            <a:extLst>
              <a:ext uri="{FF2B5EF4-FFF2-40B4-BE49-F238E27FC236}">
                <a16:creationId xmlns:a16="http://schemas.microsoft.com/office/drawing/2014/main" id="{D3FB63C0-B048-CBB2-C81A-BFA0F838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86" y="1036450"/>
            <a:ext cx="9145628" cy="5157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CA4CF0-86A6-F917-C383-2C099773A15E}"/>
              </a:ext>
            </a:extLst>
          </p:cNvPr>
          <p:cNvSpPr txBox="1"/>
          <p:nvPr/>
        </p:nvSpPr>
        <p:spPr bwMode="auto">
          <a:xfrm>
            <a:off x="604780" y="6377232"/>
            <a:ext cx="10596363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dirty="0"/>
              <a:t>https://www.gatesnotes.com/books/science/reader/everything-is-tuberculosis</a:t>
            </a:r>
          </a:p>
        </p:txBody>
      </p:sp>
    </p:spTree>
    <p:extLst>
      <p:ext uri="{BB962C8B-B14F-4D97-AF65-F5344CB8AC3E}">
        <p14:creationId xmlns:p14="http://schemas.microsoft.com/office/powerpoint/2010/main" val="28697524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B5EC-92FB-2EBE-B8AC-09ABB1D6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8B8516-3CF3-B25F-B081-A6D17BABE9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717466-AE4D-733C-3C89-5B2A5215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my hacking have impact?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B595E-95C3-DAF8-56BF-C360EE7137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C8F5D2-F0A0-937F-A2B8-FDE6A1A4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1820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66A102-0EFD-0EB0-4E58-40F480060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94" y="85553"/>
            <a:ext cx="11913212" cy="66868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4DA4E-D7EF-E3EB-B776-DE62E72EE5D3}"/>
              </a:ext>
            </a:extLst>
          </p:cNvPr>
          <p:cNvSpPr txBox="1"/>
          <p:nvPr/>
        </p:nvSpPr>
        <p:spPr bwMode="auto">
          <a:xfrm>
            <a:off x="139394" y="5507103"/>
            <a:ext cx="3983873" cy="1046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2800" b="1" dirty="0"/>
              <a:t>Wave 3.</a:t>
            </a:r>
            <a:r>
              <a:rPr lang="en-US" sz="2800" dirty="0"/>
              <a:t> Resurgence in TB drug development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97A8F43-A510-3991-DDA9-6EF15C0264E0}"/>
              </a:ext>
            </a:extLst>
          </p:cNvPr>
          <p:cNvSpPr/>
          <p:nvPr/>
        </p:nvSpPr>
        <p:spPr bwMode="auto">
          <a:xfrm>
            <a:off x="8175986" y="2908695"/>
            <a:ext cx="722482" cy="300172"/>
          </a:xfrm>
          <a:prstGeom prst="rightArrow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30CD910-EBA2-4EE2-1387-C78F21BF82AB}"/>
              </a:ext>
            </a:extLst>
          </p:cNvPr>
          <p:cNvSpPr/>
          <p:nvPr/>
        </p:nvSpPr>
        <p:spPr bwMode="auto">
          <a:xfrm>
            <a:off x="8260653" y="5293033"/>
            <a:ext cx="722482" cy="300172"/>
          </a:xfrm>
          <a:prstGeom prst="rightArrow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6A99A3E-D650-AC49-F633-CF194D531A8C}"/>
              </a:ext>
            </a:extLst>
          </p:cNvPr>
          <p:cNvSpPr/>
          <p:nvPr/>
        </p:nvSpPr>
        <p:spPr bwMode="auto">
          <a:xfrm>
            <a:off x="8175986" y="4491091"/>
            <a:ext cx="722482" cy="300172"/>
          </a:xfrm>
          <a:prstGeom prst="rightArrow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F932786-5AC3-EADE-93E8-1C458593D542}"/>
              </a:ext>
            </a:extLst>
          </p:cNvPr>
          <p:cNvSpPr/>
          <p:nvPr/>
        </p:nvSpPr>
        <p:spPr bwMode="auto">
          <a:xfrm>
            <a:off x="8015120" y="3574461"/>
            <a:ext cx="722482" cy="300172"/>
          </a:xfrm>
          <a:prstGeom prst="rightArrow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08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8965EF-C362-4E64-9201-B10057335B6C}"/>
              </a:ext>
            </a:extLst>
          </p:cNvPr>
          <p:cNvSpPr/>
          <p:nvPr/>
        </p:nvSpPr>
        <p:spPr bwMode="auto">
          <a:xfrm>
            <a:off x="4746921" y="2166072"/>
            <a:ext cx="2677212" cy="2622745"/>
          </a:xfrm>
          <a:prstGeom prst="rect">
            <a:avLst/>
          </a:prstGeom>
          <a:solidFill>
            <a:srgbClr val="052049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2133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BE3D4E-454E-0246-8E35-CCBC3A89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347" y="2336376"/>
            <a:ext cx="1642357" cy="21852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7653C2-5491-4F78-B649-3C2F38BE0D53}"/>
              </a:ext>
            </a:extLst>
          </p:cNvPr>
          <p:cNvSpPr txBox="1"/>
          <p:nvPr/>
        </p:nvSpPr>
        <p:spPr>
          <a:xfrm>
            <a:off x="0" y="582740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tb.ucsf.edu</a:t>
            </a:r>
          </a:p>
        </p:txBody>
      </p:sp>
    </p:spTree>
    <p:extLst>
      <p:ext uri="{BB962C8B-B14F-4D97-AF65-F5344CB8AC3E}">
        <p14:creationId xmlns:p14="http://schemas.microsoft.com/office/powerpoint/2010/main" val="28450833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2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3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4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5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6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7.xml><?xml version="1.0" encoding="utf-8"?>
<a:theme xmlns:a="http://schemas.openxmlformats.org/drawingml/2006/main" name="MRC slides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RC slides 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MRC slide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C slides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C slides 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C slides 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C slides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C slides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C slides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UCSF PPT Template">
  <a:themeElements>
    <a:clrScheme name="UCSF 1">
      <a:dk1>
        <a:srgbClr val="052049"/>
      </a:dk1>
      <a:lt1>
        <a:sysClr val="window" lastClr="FFFFFF"/>
      </a:lt1>
      <a:dk2>
        <a:srgbClr val="052049"/>
      </a:dk2>
      <a:lt2>
        <a:srgbClr val="FFFFFF"/>
      </a:lt2>
      <a:accent1>
        <a:srgbClr val="052049"/>
      </a:accent1>
      <a:accent2>
        <a:srgbClr val="178CCB"/>
      </a:accent2>
      <a:accent3>
        <a:srgbClr val="18A3AC"/>
      </a:accent3>
      <a:accent4>
        <a:srgbClr val="90BD31"/>
      </a:accent4>
      <a:accent5>
        <a:srgbClr val="EC1848"/>
      </a:accent5>
      <a:accent6>
        <a:srgbClr val="F48024"/>
      </a:accent6>
      <a:hlink>
        <a:srgbClr val="178CCB"/>
      </a:hlink>
      <a:folHlink>
        <a:srgbClr val="5F5F5F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9.xml><?xml version="1.0" encoding="utf-8"?>
<a:theme xmlns:a="http://schemas.openxmlformats.org/drawingml/2006/main" name="UCSF Contemporary">
  <a:themeElements>
    <a:clrScheme name="UCSF Colors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8A3AC"/>
      </a:accent2>
      <a:accent3>
        <a:srgbClr val="9DC23B"/>
      </a:accent3>
      <a:accent4>
        <a:srgbClr val="F58024"/>
      </a:accent4>
      <a:accent5>
        <a:srgbClr val="C7CED1"/>
      </a:accent5>
      <a:accent6>
        <a:srgbClr val="716FB3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d2c8d7-6365-4ca3-baa8-6400491c4ea2">
      <Terms xmlns="http://schemas.microsoft.com/office/infopath/2007/PartnerControls"/>
    </lcf76f155ced4ddcb4097134ff3c332f>
    <TaxCatchAll xmlns="a7fab83d-1ecc-417d-9f25-88d92fdf43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6CD2DE0230D04B85481228CC6F9A8D" ma:contentTypeVersion="14" ma:contentTypeDescription="Create a new document." ma:contentTypeScope="" ma:versionID="8e048033dad50223d3b593008cb216c6">
  <xsd:schema xmlns:xsd="http://www.w3.org/2001/XMLSchema" xmlns:xs="http://www.w3.org/2001/XMLSchema" xmlns:p="http://schemas.microsoft.com/office/2006/metadata/properties" xmlns:ns2="d4d2c8d7-6365-4ca3-baa8-6400491c4ea2" xmlns:ns3="a7fab83d-1ecc-417d-9f25-88d92fdf4336" targetNamespace="http://schemas.microsoft.com/office/2006/metadata/properties" ma:root="true" ma:fieldsID="ebe5e7b232c08af261d6f8c34cc1a84e" ns2:_="" ns3:_="">
    <xsd:import namespace="d4d2c8d7-6365-4ca3-baa8-6400491c4ea2"/>
    <xsd:import namespace="a7fab83d-1ecc-417d-9f25-88d92fdf43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d2c8d7-6365-4ca3-baa8-6400491c4e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973eda6-ee47-49cd-8b90-1ba368fd3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fab83d-1ecc-417d-9f25-88d92fdf433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b80b277-7df2-45d9-b562-e4784631ab84}" ma:internalName="TaxCatchAll" ma:showField="CatchAllData" ma:web="a7fab83d-1ecc-417d-9f25-88d92fdf43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5B0046-BDCF-4D56-9497-7111DC7681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402936-174C-4892-BD1D-F132217EBA82}">
  <ds:schemaRefs>
    <ds:schemaRef ds:uri="http://schemas.microsoft.com/office/2006/metadata/properties"/>
    <ds:schemaRef ds:uri="http://schemas.microsoft.com/office/infopath/2007/PartnerControls"/>
    <ds:schemaRef ds:uri="01a4966f-1e63-4e3d-aae9-9eb040fec0ea"/>
    <ds:schemaRef ds:uri="d4d2c8d7-6365-4ca3-baa8-6400491c4ea2"/>
    <ds:schemaRef ds:uri="a7fab83d-1ecc-417d-9f25-88d92fdf4336"/>
  </ds:schemaRefs>
</ds:datastoreItem>
</file>

<file path=customXml/itemProps3.xml><?xml version="1.0" encoding="utf-8"?>
<ds:datastoreItem xmlns:ds="http://schemas.openxmlformats.org/officeDocument/2006/customXml" ds:itemID="{A9D12199-C99E-400D-BDB7-06F5E5F6BA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d2c8d7-6365-4ca3-baa8-6400491c4ea2"/>
    <ds:schemaRef ds:uri="a7fab83d-1ecc-417d-9f25-88d92fdf43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292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</vt:i4>
      </vt:variant>
    </vt:vector>
  </HeadingPairs>
  <TitlesOfParts>
    <vt:vector size="30" baseType="lpstr">
      <vt:lpstr>.AppleSystemUIFont</vt:lpstr>
      <vt:lpstr>Aptos</vt:lpstr>
      <vt:lpstr>Arial</vt:lpstr>
      <vt:lpstr>Calibri</vt:lpstr>
      <vt:lpstr>Garamond</vt:lpstr>
      <vt:lpstr>Verdana</vt:lpstr>
      <vt:lpstr>Wingdings</vt:lpstr>
      <vt:lpstr>UCSF Contemporary</vt:lpstr>
      <vt:lpstr>UCSF Contemporary</vt:lpstr>
      <vt:lpstr>UCSF Contemporary</vt:lpstr>
      <vt:lpstr>UCSF Contemporary</vt:lpstr>
      <vt:lpstr>UCSF Contemporary</vt:lpstr>
      <vt:lpstr>UCSF Contemporary</vt:lpstr>
      <vt:lpstr>MRC slides template</vt:lpstr>
      <vt:lpstr>UCSF PPT Template</vt:lpstr>
      <vt:lpstr>UCSF Contemporary</vt:lpstr>
      <vt:lpstr> TB Drug Development and Clinical Trials  TB Hackday, February 11, 2026 </vt:lpstr>
      <vt:lpstr>Outline</vt:lpstr>
      <vt:lpstr>What data will I get to use?</vt:lpstr>
      <vt:lpstr>TB-PACTS Data Repository</vt:lpstr>
      <vt:lpstr>PowerPoint Presentation</vt:lpstr>
      <vt:lpstr>PowerPoint Presentation</vt:lpstr>
      <vt:lpstr>PowerPoint Presentation</vt:lpstr>
      <vt:lpstr>Why is this important?</vt:lpstr>
      <vt:lpstr>Why is this important?</vt:lpstr>
      <vt:lpstr>Why is this important?</vt:lpstr>
      <vt:lpstr>Why is this important?</vt:lpstr>
      <vt:lpstr>Can my hacking have impact?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Phillips, Patrick</dc:creator>
  <cp:lastModifiedBy>Phillips, Patrick</cp:lastModifiedBy>
  <cp:revision>6</cp:revision>
  <dcterms:created xsi:type="dcterms:W3CDTF">2022-10-24T21:58:59Z</dcterms:created>
  <dcterms:modified xsi:type="dcterms:W3CDTF">2026-02-11T05:00:39Z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0x010100576CD2DE0230D04B85481228CC6F9A8D</vt:lpwstr>
  </property>
  <property fmtid="{D5CDD505-2E9C-101B-9397-08002B2CF9AE}" pid="3" name="MediaServiceImageTags">
    <vt:lpwstr/>
  </property>
</Properties>
</file>