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2" r:id="rId1"/>
    <p:sldMasterId id="2147483746" r:id="rId2"/>
  </p:sldMasterIdLst>
  <p:notesMasterIdLst>
    <p:notesMasterId r:id="rId14"/>
  </p:notesMasterIdLst>
  <p:sldIdLst>
    <p:sldId id="273" r:id="rId3"/>
    <p:sldId id="272" r:id="rId4"/>
    <p:sldId id="258" r:id="rId5"/>
    <p:sldId id="259" r:id="rId6"/>
    <p:sldId id="260" r:id="rId7"/>
    <p:sldId id="261" r:id="rId8"/>
    <p:sldId id="262" r:id="rId9"/>
    <p:sldId id="263" r:id="rId10"/>
    <p:sldId id="267" r:id="rId11"/>
    <p:sldId id="271" r:id="rId12"/>
    <p:sldId id="270"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317"/>
    <p:restoredTop sz="71690"/>
  </p:normalViewPr>
  <p:slideViewPr>
    <p:cSldViewPr snapToGrid="0">
      <p:cViewPr varScale="1">
        <p:scale>
          <a:sx n="86" d="100"/>
          <a:sy n="86" d="100"/>
        </p:scale>
        <p:origin x="1384"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ableStyles" Target="tableStyle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presProps" Target="presProp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0C7C0C9-DA58-C747-A77F-1FE808BC6761}" type="datetimeFigureOut">
              <a:rPr lang="en-US" smtClean="0"/>
              <a:t>2/8/26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A2D02B3-8926-9649-9087-D0C41EC6184A}" type="slidenum">
              <a:rPr lang="en-US" smtClean="0"/>
              <a:t>‹#›</a:t>
            </a:fld>
            <a:endParaRPr lang="en-US"/>
          </a:p>
        </p:txBody>
      </p:sp>
    </p:spTree>
    <p:extLst>
      <p:ext uri="{BB962C8B-B14F-4D97-AF65-F5344CB8AC3E}">
        <p14:creationId xmlns:p14="http://schemas.microsoft.com/office/powerpoint/2010/main" val="2470563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Hi there, happy to be with you this morning. My name is Brian, and I’m one of the other facilitators for today’s hackathon. Today I’m going to be doing a little demo on how to do another type of analysis, efficacy-based analysis, in a TB trial using the SimpliTB data that Mark used for his presentation. Let’s jump right in.</a:t>
            </a:r>
          </a:p>
        </p:txBody>
      </p:sp>
      <p:sp>
        <p:nvSpPr>
          <p:cNvPr id="4" name="Slide Number Placeholder 3"/>
          <p:cNvSpPr>
            <a:spLocks noGrp="1"/>
          </p:cNvSpPr>
          <p:nvPr>
            <p:ph type="sldNum" sz="quarter" idx="5"/>
          </p:nvPr>
        </p:nvSpPr>
        <p:spPr/>
        <p:txBody>
          <a:bodyPr/>
          <a:lstStyle/>
          <a:p>
            <a:fld id="{CA2D02B3-8926-9649-9087-D0C41EC6184A}" type="slidenum">
              <a:rPr lang="en-US" smtClean="0"/>
              <a:t>1</a:t>
            </a:fld>
            <a:endParaRPr lang="en-US"/>
          </a:p>
        </p:txBody>
      </p:sp>
    </p:spTree>
    <p:extLst>
      <p:ext uri="{BB962C8B-B14F-4D97-AF65-F5344CB8AC3E}">
        <p14:creationId xmlns:p14="http://schemas.microsoft.com/office/powerpoint/2010/main" val="20897114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start with a broad definition of what efficacy is in the context of a clinical trial. Efficacy measures how well an intervention, it could be a drug, regimen, or any other type of treatment, performs at achieving it’s objective. The simplest example, if how well a drug do at curing a disease, but that’s just one example. Efficacy of course is only one way we measure trial outcomes, but it often is seen as one of the most important signals because if the drug in our example doesn’t cure people, then it’s basically not useful; at least in this context. </a:t>
            </a:r>
            <a:br>
              <a:rPr lang="en-US" dirty="0"/>
            </a:br>
            <a:br>
              <a:rPr lang="en-US" dirty="0"/>
            </a:br>
            <a:r>
              <a:rPr lang="en-US" dirty="0"/>
              <a:t>Another important measurement of a drug in clinical trials is safety, which measures well an intervention avoids causing harmful side effects. Mark ran through some analysis earlier on the safety side of things, showing you how you might analyze adverse events. Now it’s my turn to take you through some efficacy analysis on TB trial data. Before we do that though, I’m going to define some things that might be helpful for you as you dig around the TB-Pacts dataset today.</a:t>
            </a:r>
          </a:p>
        </p:txBody>
      </p:sp>
      <p:sp>
        <p:nvSpPr>
          <p:cNvPr id="4" name="Slide Number Placeholder 3"/>
          <p:cNvSpPr>
            <a:spLocks noGrp="1"/>
          </p:cNvSpPr>
          <p:nvPr>
            <p:ph type="sldNum" sz="quarter" idx="5"/>
          </p:nvPr>
        </p:nvSpPr>
        <p:spPr/>
        <p:txBody>
          <a:bodyPr/>
          <a:lstStyle/>
          <a:p>
            <a:fld id="{CA2D02B3-8926-9649-9087-D0C41EC6184A}" type="slidenum">
              <a:rPr lang="en-US" smtClean="0"/>
              <a:t>2</a:t>
            </a:fld>
            <a:endParaRPr lang="en-US"/>
          </a:p>
        </p:txBody>
      </p:sp>
    </p:spTree>
    <p:extLst>
      <p:ext uri="{BB962C8B-B14F-4D97-AF65-F5344CB8AC3E}">
        <p14:creationId xmlns:p14="http://schemas.microsoft.com/office/powerpoint/2010/main" val="21587333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start by talking about how efficacy is measured in SimpliTB, and also in other TB trials. The first concept we’ll go over is time-to-positivity (abbrev: TTP). In TB trials, estimates of effectiveness are derived from culture results, specifically across time, and in either liquid (pictured) or solid cultures. </a:t>
            </a:r>
            <a:br>
              <a:rPr lang="en-US" dirty="0"/>
            </a:br>
            <a:br>
              <a:rPr lang="en-US" dirty="0"/>
            </a:br>
            <a:r>
              <a:rPr lang="en-US" dirty="0"/>
              <a:t>So, cultures are taken from samples from a participant’s sputum and then watched to see how long until they start growing TB. That measurement, in days and hours, is recorded as the result, with lower being a worse outcome from an efficacy perspective. One important caveat for TB is that measurements are often capped, and if TB hasn’t grown by 42 days, the result is considered negative.</a:t>
            </a:r>
          </a:p>
        </p:txBody>
      </p:sp>
      <p:sp>
        <p:nvSpPr>
          <p:cNvPr id="4" name="Slide Number Placeholder 3"/>
          <p:cNvSpPr>
            <a:spLocks noGrp="1"/>
          </p:cNvSpPr>
          <p:nvPr>
            <p:ph type="sldNum" sz="quarter" idx="5"/>
          </p:nvPr>
        </p:nvSpPr>
        <p:spPr/>
        <p:txBody>
          <a:bodyPr/>
          <a:lstStyle/>
          <a:p>
            <a:fld id="{CA2D02B3-8926-9649-9087-D0C41EC6184A}" type="slidenum">
              <a:rPr lang="en-US" smtClean="0"/>
              <a:t>3</a:t>
            </a:fld>
            <a:endParaRPr lang="en-US"/>
          </a:p>
        </p:txBody>
      </p:sp>
    </p:spTree>
    <p:extLst>
      <p:ext uri="{BB962C8B-B14F-4D97-AF65-F5344CB8AC3E}">
        <p14:creationId xmlns:p14="http://schemas.microsoft.com/office/powerpoint/2010/main" val="33839222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TTP provides you with a snapshot view of efficacy at a certain time point. But what we might be interested in is progression through time. How long does it take for cure to happen. Time to culture conversion (TTCC) is one way to measure that. The basic idea is that you define a metric which can be considered cure, for example, first 2 negative cultures. Then, you plot TTP and see if and when a participant achieves this metric. </a:t>
            </a:r>
          </a:p>
          <a:p>
            <a:endParaRPr lang="en-US" dirty="0"/>
          </a:p>
          <a:p>
            <a:r>
              <a:rPr lang="en-US" dirty="0"/>
              <a:t>Here is a screenshot of a good old fashioned excel file that graphically and textually shows TTCC. The t column represents the time, and the ”Day X” column shows the measurement at that day in the trial for the patient (one row is a patient). Then, TTP is in smaller numbers. When a participant is negative, the background changes from red to green. </a:t>
            </a:r>
            <a:br>
              <a:rPr lang="en-US" dirty="0"/>
            </a:br>
            <a:br>
              <a:rPr lang="en-US" dirty="0"/>
            </a:br>
            <a:r>
              <a:rPr lang="en-US" dirty="0"/>
              <a:t>Don’t knock excel! It can be an excellent tool for producing high quality graphics if needed, and the interface makes it much easier to follow for certain types of analyses!</a:t>
            </a:r>
          </a:p>
        </p:txBody>
      </p:sp>
      <p:sp>
        <p:nvSpPr>
          <p:cNvPr id="4" name="Slide Number Placeholder 3"/>
          <p:cNvSpPr>
            <a:spLocks noGrp="1"/>
          </p:cNvSpPr>
          <p:nvPr>
            <p:ph type="sldNum" sz="quarter" idx="5"/>
          </p:nvPr>
        </p:nvSpPr>
        <p:spPr/>
        <p:txBody>
          <a:bodyPr/>
          <a:lstStyle/>
          <a:p>
            <a:fld id="{CA2D02B3-8926-9649-9087-D0C41EC6184A}" type="slidenum">
              <a:rPr lang="en-US" smtClean="0"/>
              <a:t>4</a:t>
            </a:fld>
            <a:endParaRPr lang="en-US"/>
          </a:p>
        </p:txBody>
      </p:sp>
    </p:spTree>
    <p:extLst>
      <p:ext uri="{BB962C8B-B14F-4D97-AF65-F5344CB8AC3E}">
        <p14:creationId xmlns:p14="http://schemas.microsoft.com/office/powerpoint/2010/main" val="8000497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we won’t get into these in detail today, but just know there are many other estimates that are used in TB trials. An example of these are EBA, or early bactericidal activity, slope of time to positivity (TTP), and Ribosomal ratio. Also, earlier TB studies used solid media, which did not have a TTP estimate attached to it. You may encounter some of these measurements today if you choose to analyze another trial other than SimpliTB! If you have questions, I encourage you to reach out to one of the facilitators here and we can help you get oriented.</a:t>
            </a:r>
          </a:p>
        </p:txBody>
      </p:sp>
      <p:sp>
        <p:nvSpPr>
          <p:cNvPr id="4" name="Slide Number Placeholder 3"/>
          <p:cNvSpPr>
            <a:spLocks noGrp="1"/>
          </p:cNvSpPr>
          <p:nvPr>
            <p:ph type="sldNum" sz="quarter" idx="5"/>
          </p:nvPr>
        </p:nvSpPr>
        <p:spPr/>
        <p:txBody>
          <a:bodyPr/>
          <a:lstStyle/>
          <a:p>
            <a:fld id="{CA2D02B3-8926-9649-9087-D0C41EC6184A}" type="slidenum">
              <a:rPr lang="en-US" smtClean="0"/>
              <a:t>5</a:t>
            </a:fld>
            <a:endParaRPr lang="en-US"/>
          </a:p>
        </p:txBody>
      </p:sp>
    </p:spTree>
    <p:extLst>
      <p:ext uri="{BB962C8B-B14F-4D97-AF65-F5344CB8AC3E}">
        <p14:creationId xmlns:p14="http://schemas.microsoft.com/office/powerpoint/2010/main" val="38571893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now, let’s pivot a little bit from TB to time-to-event/survival analysis, a bit more of a stats-y topic. As a quick refresher, survival adds another component to statistical analysis, when an event occurred, and it formalizes how to analyze time when comparing groups. This contrasts other types of analysis, which either limits to if an event occurred or not, or some sort of value associated with the event. </a:t>
            </a:r>
            <a:br>
              <a:rPr lang="en-US" dirty="0"/>
            </a:br>
            <a:br>
              <a:rPr lang="en-US" dirty="0"/>
            </a:br>
            <a:r>
              <a:rPr lang="en-US" dirty="0"/>
              <a:t>One important consideration in survival analysis is the concept of censoring, or if we observe the event happening all to the individual. For example, if a patient is not cured by the end of the analysis period, we would say that person is censored, because we didn’t ”see” them get cured. Likewise, if a person drops out of the study, we might see them censored at an earlier time point. </a:t>
            </a:r>
            <a:br>
              <a:rPr lang="en-US" dirty="0"/>
            </a:b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Overall, the takeaway is that when conducting survival analysis, we consider not only just if something occurred more often, but if it occurred faster or slower. Which, for infectious diseases like TB, can be very important. </a:t>
            </a:r>
          </a:p>
          <a:p>
            <a:br>
              <a:rPr lang="en-US" dirty="0"/>
            </a:br>
            <a:r>
              <a:rPr lang="en-US" dirty="0"/>
              <a:t>There are many other things to talk about when thinking about survival analysis, but those can be entire courses (or series of courses), so we won’t get into them today. </a:t>
            </a:r>
            <a:br>
              <a:rPr lang="en-US" dirty="0"/>
            </a:br>
            <a:endParaRPr lang="en-US" dirty="0"/>
          </a:p>
        </p:txBody>
      </p:sp>
      <p:sp>
        <p:nvSpPr>
          <p:cNvPr id="4" name="Slide Number Placeholder 3"/>
          <p:cNvSpPr>
            <a:spLocks noGrp="1"/>
          </p:cNvSpPr>
          <p:nvPr>
            <p:ph type="sldNum" sz="quarter" idx="5"/>
          </p:nvPr>
        </p:nvSpPr>
        <p:spPr/>
        <p:txBody>
          <a:bodyPr/>
          <a:lstStyle/>
          <a:p>
            <a:fld id="{CA2D02B3-8926-9649-9087-D0C41EC6184A}" type="slidenum">
              <a:rPr lang="en-US" smtClean="0"/>
              <a:t>6</a:t>
            </a:fld>
            <a:endParaRPr lang="en-US"/>
          </a:p>
        </p:txBody>
      </p:sp>
    </p:spTree>
    <p:extLst>
      <p:ext uri="{BB962C8B-B14F-4D97-AF65-F5344CB8AC3E}">
        <p14:creationId xmlns:p14="http://schemas.microsoft.com/office/powerpoint/2010/main" val="12864413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connect the dots back to TB. So, in the specific TB analyses we spoke about earlier, only TTCC qualifies as TTE/survival. This is something that has tripped up a lot of people, me included. Why? Because while it is true that other measurements can include time, only TTCC ties cure to a specific set of predefined conditions. In this case, we said: “The first 2 negative cultures means that a person has been ‘cured’, and will convert from cure = F to cure = T. “ TTP, by contrast, only takes 1 timepoint, and even though the output is a time-based metric, that time doesn’t correspond to cure, it corresponds to how quickly you saw ”bugs” in the tube. This may be correlated to how severe TB may be in that participant, but only for that specific moment in time that we took a sample from them.</a:t>
            </a:r>
          </a:p>
        </p:txBody>
      </p:sp>
      <p:sp>
        <p:nvSpPr>
          <p:cNvPr id="4" name="Slide Number Placeholder 3"/>
          <p:cNvSpPr>
            <a:spLocks noGrp="1"/>
          </p:cNvSpPr>
          <p:nvPr>
            <p:ph type="sldNum" sz="quarter" idx="5"/>
          </p:nvPr>
        </p:nvSpPr>
        <p:spPr/>
        <p:txBody>
          <a:bodyPr/>
          <a:lstStyle/>
          <a:p>
            <a:fld id="{CA2D02B3-8926-9649-9087-D0C41EC6184A}" type="slidenum">
              <a:rPr lang="en-US" smtClean="0"/>
              <a:t>7</a:t>
            </a:fld>
            <a:endParaRPr lang="en-US"/>
          </a:p>
        </p:txBody>
      </p:sp>
    </p:spTree>
    <p:extLst>
      <p:ext uri="{BB962C8B-B14F-4D97-AF65-F5344CB8AC3E}">
        <p14:creationId xmlns:p14="http://schemas.microsoft.com/office/powerpoint/2010/main" val="251086858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how are survival analyses formally assessed. One way to do this visually is to  construct Kaplan Meier, or KM curves between different groups within the trial. On the x axis is time, and on the y axis are the proportion of participants, in each trial arm, who “survive” or, in this graph, who have NOT been cured. And so, visually, you can kind of see, well, which arm might lag (be higher up on the y axis) or faster (the opposite) or if they groups intermingle with one another by crossing. You can also see if you squint “+” marks are a censoring event, or when somebody becomes unobserved, for reasons other than cure.</a:t>
            </a:r>
            <a:br>
              <a:rPr lang="en-US" dirty="0"/>
            </a:br>
            <a:endParaRPr lang="en-US" dirty="0"/>
          </a:p>
        </p:txBody>
      </p:sp>
      <p:sp>
        <p:nvSpPr>
          <p:cNvPr id="4" name="Slide Number Placeholder 3"/>
          <p:cNvSpPr>
            <a:spLocks noGrp="1"/>
          </p:cNvSpPr>
          <p:nvPr>
            <p:ph type="sldNum" sz="quarter" idx="5"/>
          </p:nvPr>
        </p:nvSpPr>
        <p:spPr/>
        <p:txBody>
          <a:bodyPr/>
          <a:lstStyle/>
          <a:p>
            <a:fld id="{CA2D02B3-8926-9649-9087-D0C41EC6184A}" type="slidenum">
              <a:rPr lang="en-US" smtClean="0"/>
              <a:t>8</a:t>
            </a:fld>
            <a:endParaRPr lang="en-US"/>
          </a:p>
        </p:txBody>
      </p:sp>
    </p:spTree>
    <p:extLst>
      <p:ext uri="{BB962C8B-B14F-4D97-AF65-F5344CB8AC3E}">
        <p14:creationId xmlns:p14="http://schemas.microsoft.com/office/powerpoint/2010/main" val="209028755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next, we are going to move into a short demonstration of the scripts that I wrote to create a KM curve for the SimpliTB trial. These scripts are similar to the helper scripts you’ve been provided with today! While this analysis focuses specifically on the </a:t>
            </a:r>
            <a:r>
              <a:rPr lang="en-US" dirty="0" err="1"/>
              <a:t>SimpliciTB</a:t>
            </a:r>
            <a:r>
              <a:rPr lang="en-US" dirty="0"/>
              <a:t> trial, the ones you've been given try to define things a bit more broadly, so they can potentially work with modification for other trials in TB Pacts. Big shoutout to the U-Dub team for helping here.</a:t>
            </a:r>
            <a:br>
              <a:rPr lang="en-US" dirty="0"/>
            </a:br>
            <a:br>
              <a:rPr lang="en-US" dirty="0"/>
            </a:br>
            <a:r>
              <a:rPr lang="en-US" dirty="0"/>
              <a:t>One note as I bring this up on my screen; this is exactly the type of scripts I use on a day-to-day basis to analyze the trials I work on. Understanding and working on the TB-Pacts data will be helpful to you when and if you want to get into TB trial analysis for yourself.</a:t>
            </a:r>
          </a:p>
        </p:txBody>
      </p:sp>
      <p:sp>
        <p:nvSpPr>
          <p:cNvPr id="4" name="Slide Number Placeholder 3"/>
          <p:cNvSpPr>
            <a:spLocks noGrp="1"/>
          </p:cNvSpPr>
          <p:nvPr>
            <p:ph type="sldNum" sz="quarter" idx="5"/>
          </p:nvPr>
        </p:nvSpPr>
        <p:spPr/>
        <p:txBody>
          <a:bodyPr/>
          <a:lstStyle/>
          <a:p>
            <a:fld id="{CA2D02B3-8926-9649-9087-D0C41EC6184A}" type="slidenum">
              <a:rPr lang="en-US" smtClean="0"/>
              <a:t>9</a:t>
            </a:fld>
            <a:endParaRPr lang="en-US"/>
          </a:p>
        </p:txBody>
      </p:sp>
    </p:spTree>
    <p:extLst>
      <p:ext uri="{BB962C8B-B14F-4D97-AF65-F5344CB8AC3E}">
        <p14:creationId xmlns:p14="http://schemas.microsoft.com/office/powerpoint/2010/main" val="3352702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that we’ve seen how to make the KM Curve, let’s discuss the results. You say part of this screenshot earlier, but here are the curves extended to the end of the trial. What do you see? &lt;pause&gt;</a:t>
            </a:r>
            <a:br>
              <a:rPr lang="en-US" dirty="0"/>
            </a:br>
            <a:br>
              <a:rPr lang="en-US" dirty="0"/>
            </a:br>
            <a:r>
              <a:rPr lang="en-US" dirty="0"/>
              <a:t>Here, we see 3 lines, representing the different trial arms. We see clearly that the blue line lags behind the others in terms of cure rates. It turns out, in SimpliTB, this was the control arm. As Mark alluded to earlier, the experimental arms outperformed the control arms in terms of efficacy in this trial, and we see this clearly in the Kaplan-Meier curves produced.</a:t>
            </a:r>
            <a:br>
              <a:rPr lang="en-US" dirty="0"/>
            </a:br>
            <a:br>
              <a:rPr lang="en-US" dirty="0"/>
            </a:br>
            <a:r>
              <a:rPr lang="en-US" dirty="0"/>
              <a:t>We also see that both the red and green arms performed about the same. We might formalize this by constructing confidence intervals, but upon first glance, we might both the red and green group probably aren’t significantly different given the numbers at risk. Hard to say though, we certainly have more work to do!</a:t>
            </a:r>
            <a:br>
              <a:rPr lang="en-US" dirty="0"/>
            </a:br>
            <a:br>
              <a:rPr lang="en-US" dirty="0"/>
            </a:br>
            <a:r>
              <a:rPr lang="en-US" dirty="0"/>
              <a:t>I also printed out the results of a Cox model in the bottom right, a more numerical representation of this type of analysis. We see that, in comparison to the control arm, the red and green arms have a hazard ratio of 1.66, and 2.30, respectively. This means that, after considering time and censoring, the rate of conversion was significantly higher than the control, which is the reference and not displayed. The p values on the right-hand side confirm this result. </a:t>
            </a:r>
            <a:br>
              <a:rPr lang="en-US" dirty="0"/>
            </a:br>
            <a:endParaRPr lang="en-US" dirty="0"/>
          </a:p>
        </p:txBody>
      </p:sp>
      <p:sp>
        <p:nvSpPr>
          <p:cNvPr id="4" name="Slide Number Placeholder 3"/>
          <p:cNvSpPr>
            <a:spLocks noGrp="1"/>
          </p:cNvSpPr>
          <p:nvPr>
            <p:ph type="sldNum" sz="quarter" idx="5"/>
          </p:nvPr>
        </p:nvSpPr>
        <p:spPr/>
        <p:txBody>
          <a:bodyPr/>
          <a:lstStyle/>
          <a:p>
            <a:fld id="{CA2D02B3-8926-9649-9087-D0C41EC6184A}" type="slidenum">
              <a:rPr lang="en-US" smtClean="0"/>
              <a:t>10</a:t>
            </a:fld>
            <a:endParaRPr lang="en-US"/>
          </a:p>
        </p:txBody>
      </p:sp>
    </p:spTree>
    <p:extLst>
      <p:ext uri="{BB962C8B-B14F-4D97-AF65-F5344CB8AC3E}">
        <p14:creationId xmlns:p14="http://schemas.microsoft.com/office/powerpoint/2010/main" val="409581201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Okay, so as you go forth today and consider your own analyses, I wanted to end with some ideas on how you might take what you saw here and carry it forward to your own hack today. One clear thing you might want to do is consider this analysis for another trial. Or you could, instead of stratifying by arm, you might consider pulling in some demographic data, for example, and stratifying by another variable. You could also decide to define TTCC a bit differently, other definitions I have run into is NO additional positive cultures as the time-to-event, or having 2 negative cultures, but with them having to be at a certain length apart (28 days or 1 month comes to mind). </a:t>
            </a:r>
            <a:br>
              <a:rPr lang="en-US" dirty="0"/>
            </a:br>
            <a:br>
              <a:rPr lang="en-US" dirty="0"/>
            </a:br>
            <a:r>
              <a:rPr lang="en-US" dirty="0"/>
              <a:t>You also might choose to focus on other models or combine results for more than one trial. One word of caution, not all trials have the same fields of data, so investigate that first if you are interested!</a:t>
            </a:r>
          </a:p>
          <a:p>
            <a:br>
              <a:rPr lang="en-US" dirty="0"/>
            </a:br>
            <a:r>
              <a:rPr lang="en-US" dirty="0"/>
              <a:t>Finally, I wanted to just make a quick plug to explore these data, and not necessarily to think about replicating trial results perfectly. It’s often hard to copy the exact analysis that is presented in a paper and redo the graphs from that paper. Why? Because, other than style, trials often have rules about who is included in the final analysis, specific censoring or even cure rules that might lead you to dig into the documentation for the trial. The goal today should be to try and put something together within the span of our day. Replicating a trial exactly, even a well documented one, is more than than we have! </a:t>
            </a:r>
            <a:br>
              <a:rPr lang="en-US" dirty="0"/>
            </a:br>
            <a:br>
              <a:rPr lang="en-US" dirty="0"/>
            </a:br>
            <a:r>
              <a:rPr lang="en-US" dirty="0"/>
              <a:t>Above all, go out and have fun. Explore what interests you. And then, if this continues to interest you afterwards, you should get in touch with us to continue your work.</a:t>
            </a:r>
          </a:p>
        </p:txBody>
      </p:sp>
      <p:sp>
        <p:nvSpPr>
          <p:cNvPr id="4" name="Slide Number Placeholder 3"/>
          <p:cNvSpPr>
            <a:spLocks noGrp="1"/>
          </p:cNvSpPr>
          <p:nvPr>
            <p:ph type="sldNum" sz="quarter" idx="5"/>
          </p:nvPr>
        </p:nvSpPr>
        <p:spPr/>
        <p:txBody>
          <a:bodyPr/>
          <a:lstStyle/>
          <a:p>
            <a:fld id="{CA2D02B3-8926-9649-9087-D0C41EC6184A}" type="slidenum">
              <a:rPr lang="en-US" smtClean="0"/>
              <a:t>11</a:t>
            </a:fld>
            <a:endParaRPr lang="en-US"/>
          </a:p>
        </p:txBody>
      </p:sp>
    </p:spTree>
    <p:extLst>
      <p:ext uri="{BB962C8B-B14F-4D97-AF65-F5344CB8AC3E}">
        <p14:creationId xmlns:p14="http://schemas.microsoft.com/office/powerpoint/2010/main" val="340638213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 Id="rId4" Type="http://schemas.openxmlformats.org/officeDocument/2006/relationships/image" Target="../media/image13.jpe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Master" Target="../slideMasters/slideMaster1.xml"/><Relationship Id="rId4" Type="http://schemas.openxmlformats.org/officeDocument/2006/relationships/image" Target="../media/image13.jpe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3.emf"/><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26.jpeg"/><Relationship Id="rId1" Type="http://schemas.openxmlformats.org/officeDocument/2006/relationships/slideMaster" Target="../slideMasters/slideMaster1.xml"/><Relationship Id="rId5" Type="http://schemas.openxmlformats.org/officeDocument/2006/relationships/image" Target="../media/image28.jpeg"/><Relationship Id="rId4" Type="http://schemas.openxmlformats.org/officeDocument/2006/relationships/image" Target="../media/image18.emf"/></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image" Target="../media/image29.jpeg"/><Relationship Id="rId1" Type="http://schemas.openxmlformats.org/officeDocument/2006/relationships/slideMaster" Target="../slideMasters/slideMaster1.xml"/><Relationship Id="rId6" Type="http://schemas.openxmlformats.org/officeDocument/2006/relationships/image" Target="../media/image33.svg"/><Relationship Id="rId5" Type="http://schemas.openxmlformats.org/officeDocument/2006/relationships/image" Target="../media/image32.png"/><Relationship Id="rId4" Type="http://schemas.openxmlformats.org/officeDocument/2006/relationships/image" Target="../media/image31.jpeg"/></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image" Target="../media/image34.jpeg"/><Relationship Id="rId1" Type="http://schemas.openxmlformats.org/officeDocument/2006/relationships/slideMaster" Target="../slideMasters/slideMaster1.xml"/><Relationship Id="rId5" Type="http://schemas.openxmlformats.org/officeDocument/2006/relationships/image" Target="../media/image36.emf"/><Relationship Id="rId4" Type="http://schemas.openxmlformats.org/officeDocument/2006/relationships/image" Target="../media/image31.jpeg"/></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image" Target="../media/image37.jpeg"/><Relationship Id="rId1" Type="http://schemas.openxmlformats.org/officeDocument/2006/relationships/slideMaster" Target="../slideMasters/slideMaster1.xml"/><Relationship Id="rId6" Type="http://schemas.openxmlformats.org/officeDocument/2006/relationships/image" Target="../media/image31.jpeg"/><Relationship Id="rId5" Type="http://schemas.openxmlformats.org/officeDocument/2006/relationships/image" Target="../media/image33.svg"/><Relationship Id="rId4" Type="http://schemas.openxmlformats.org/officeDocument/2006/relationships/image" Target="../media/image32.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emf"/><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Cover – Blue1">
    <p:bg>
      <p:bgRef idx="1001">
        <a:schemeClr val="bg1"/>
      </p:bgRef>
    </p:bg>
    <p:spTree>
      <p:nvGrpSpPr>
        <p:cNvPr id="1" name=""/>
        <p:cNvGrpSpPr/>
        <p:nvPr/>
      </p:nvGrpSpPr>
      <p:grpSpPr>
        <a:xfrm>
          <a:off x="0" y="0"/>
          <a:ext cx="0" cy="0"/>
          <a:chOff x="0" y="0"/>
          <a:chExt cx="0" cy="0"/>
        </a:xfrm>
      </p:grpSpPr>
      <p:pic>
        <p:nvPicPr>
          <p:cNvPr id="7" name="Picture 6"/>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322541" y="322536"/>
            <a:ext cx="11869463" cy="6535464"/>
          </a:xfrm>
          <a:prstGeom prst="rect">
            <a:avLst/>
          </a:prstGeom>
        </p:spPr>
      </p:pic>
      <p:sp>
        <p:nvSpPr>
          <p:cNvPr id="2" name="Rectangle 1"/>
          <p:cNvSpPr/>
          <p:nvPr/>
        </p:nvSpPr>
        <p:spPr bwMode="auto">
          <a:xfrm>
            <a:off x="670561" y="1"/>
            <a:ext cx="7555913" cy="5739619"/>
          </a:xfrm>
          <a:prstGeom prst="rect">
            <a:avLst/>
          </a:prstGeom>
          <a:solidFill>
            <a:schemeClr val="tx1"/>
          </a:solidFill>
          <a:ln w="19050" algn="ctr">
            <a:noFill/>
            <a:miter lim="800000"/>
            <a:headEnd/>
            <a:tailEnd/>
          </a:ln>
        </p:spPr>
        <p:txBody>
          <a:bodyPr wrap="none" rtlCol="0" anchor="ctr"/>
          <a:lstStyle/>
          <a:p>
            <a:pPr algn="ctr">
              <a:lnSpc>
                <a:spcPct val="90000"/>
              </a:lnSpc>
            </a:pPr>
            <a:endParaRPr lang="en-US" sz="2133" b="0" i="0" dirty="0" err="1">
              <a:solidFill>
                <a:schemeClr val="tx1"/>
              </a:solidFill>
              <a:latin typeface="Arial" panose="020B0604020202020204" pitchFamily="34" charset="0"/>
            </a:endParaRPr>
          </a:p>
        </p:txBody>
      </p:sp>
      <p:pic>
        <p:nvPicPr>
          <p:cNvPr id="11" name="Picture 10">
            <a:extLst>
              <a:ext uri="{FF2B5EF4-FFF2-40B4-BE49-F238E27FC236}">
                <a16:creationId xmlns:a16="http://schemas.microsoft.com/office/drawing/2014/main" id="{360D46ED-C45A-5D4E-AA02-EF9EDB0FA1CF}"/>
              </a:ext>
            </a:extLst>
          </p:cNvPr>
          <p:cNvPicPr>
            <a:picLocks noChangeAspect="1"/>
          </p:cNvPicPr>
          <p:nvPr/>
        </p:nvPicPr>
        <p:blipFill>
          <a:blip r:embed="rId3" cstate="screen">
            <a:extLst>
              <a:ext uri="{28A0092B-C50C-407E-A947-70E740481C1C}">
                <a14:useLocalDpi xmlns:a14="http://schemas.microsoft.com/office/drawing/2010/main"/>
              </a:ext>
            </a:extLst>
          </a:blip>
          <a:srcRect/>
          <a:stretch/>
        </p:blipFill>
        <p:spPr>
          <a:xfrm>
            <a:off x="912920" y="322269"/>
            <a:ext cx="1083733" cy="1083733"/>
          </a:xfrm>
          <a:prstGeom prst="rect">
            <a:avLst/>
          </a:prstGeom>
        </p:spPr>
      </p:pic>
      <p:sp>
        <p:nvSpPr>
          <p:cNvPr id="10" name="Date Placeholder 4"/>
          <p:cNvSpPr>
            <a:spLocks noGrp="1"/>
          </p:cNvSpPr>
          <p:nvPr>
            <p:ph type="dt" sz="half" idx="2"/>
          </p:nvPr>
        </p:nvSpPr>
        <p:spPr>
          <a:xfrm>
            <a:off x="915064" y="5159269"/>
            <a:ext cx="2567117" cy="238607"/>
          </a:xfrm>
          <a:prstGeom prst="rect">
            <a:avLst/>
          </a:prstGeom>
        </p:spPr>
        <p:txBody>
          <a:bodyPr vert="horz" wrap="square" lIns="91440" tIns="0" rIns="91440" bIns="0" rtlCol="0" anchor="b" anchorCtr="0">
            <a:noAutofit/>
          </a:bodyPr>
          <a:lstStyle>
            <a:lvl1pPr algn="l">
              <a:defRPr sz="1600" b="0" i="0">
                <a:solidFill>
                  <a:schemeClr val="bg1"/>
                </a:solidFill>
                <a:latin typeface="Arial" panose="020B0604020202020204" pitchFamily="34" charset="0"/>
                <a:cs typeface="Arial" panose="020B0604020202020204" pitchFamily="34" charset="0"/>
              </a:defRPr>
            </a:lvl1pPr>
          </a:lstStyle>
          <a:p>
            <a:fld id="{67F45AC6-C491-4585-A584-9CE2AF7D5500}" type="datetime1">
              <a:rPr lang="en-US" smtClean="0"/>
              <a:t>2/8/26</a:t>
            </a:fld>
            <a:endParaRPr lang="en-US"/>
          </a:p>
        </p:txBody>
      </p:sp>
      <p:sp>
        <p:nvSpPr>
          <p:cNvPr id="12" name="Text Placeholder 2"/>
          <p:cNvSpPr>
            <a:spLocks noGrp="1"/>
          </p:cNvSpPr>
          <p:nvPr>
            <p:ph type="body" sz="quarter" idx="10" hasCustomPrompt="1"/>
          </p:nvPr>
        </p:nvSpPr>
        <p:spPr>
          <a:xfrm>
            <a:off x="912925" y="4473719"/>
            <a:ext cx="5588615" cy="568959"/>
          </a:xfrm>
          <a:prstGeom prst="rect">
            <a:avLst/>
          </a:prstGeom>
        </p:spPr>
        <p:txBody>
          <a:bodyPr vert="horz" wrap="square" lIns="91440" tIns="0" rIns="91440" bIns="0" rtlCol="0" anchor="b" anchorCtr="0">
            <a:noAutofit/>
          </a:bodyPr>
          <a:lstStyle>
            <a:lvl1pPr marL="0" indent="0">
              <a:lnSpc>
                <a:spcPct val="100000"/>
              </a:lnSpc>
              <a:spcBef>
                <a:spcPts val="0"/>
              </a:spcBef>
              <a:spcAft>
                <a:spcPts val="0"/>
              </a:spcAft>
              <a:buNone/>
              <a:defRPr lang="en-US" sz="2133" b="0" i="0" baseline="0" dirty="0" smtClean="0">
                <a:solidFill>
                  <a:schemeClr val="bg1"/>
                </a:solidFill>
                <a:cs typeface="Arial" panose="020B0604020202020204" pitchFamily="34" charset="0"/>
              </a:defRPr>
            </a:lvl1pPr>
            <a:lvl2pPr>
              <a:defRPr lang="en-US" sz="2400" dirty="0" smtClean="0">
                <a:latin typeface="+mn-lt"/>
              </a:defRPr>
            </a:lvl2pPr>
            <a:lvl3pPr>
              <a:defRPr lang="en-US" sz="2400" dirty="0" smtClean="0">
                <a:latin typeface="+mn-lt"/>
              </a:defRPr>
            </a:lvl3pPr>
            <a:lvl4pPr>
              <a:defRPr lang="en-US" sz="2400" dirty="0" smtClean="0">
                <a:latin typeface="+mn-lt"/>
              </a:defRPr>
            </a:lvl4pPr>
            <a:lvl5pPr>
              <a:defRPr lang="en-US" sz="2400" dirty="0">
                <a:latin typeface="+mn-lt"/>
              </a:defRPr>
            </a:lvl5pPr>
          </a:lstStyle>
          <a:p>
            <a:pPr marL="0" lvl="0"/>
            <a:r>
              <a:rPr lang="en-US" dirty="0"/>
              <a:t>Presenter’s Name</a:t>
            </a:r>
          </a:p>
        </p:txBody>
      </p:sp>
      <p:sp>
        <p:nvSpPr>
          <p:cNvPr id="13" name="Title 15">
            <a:extLst>
              <a:ext uri="{FF2B5EF4-FFF2-40B4-BE49-F238E27FC236}">
                <a16:creationId xmlns:a16="http://schemas.microsoft.com/office/drawing/2014/main" id="{7DAA724C-3107-8C4A-A46D-AB498B3D6B3F}"/>
              </a:ext>
            </a:extLst>
          </p:cNvPr>
          <p:cNvSpPr>
            <a:spLocks noGrp="1"/>
          </p:cNvSpPr>
          <p:nvPr>
            <p:ph type="title" hasCustomPrompt="1"/>
          </p:nvPr>
        </p:nvSpPr>
        <p:spPr>
          <a:xfrm>
            <a:off x="893296" y="1503863"/>
            <a:ext cx="6635263" cy="1749284"/>
          </a:xfrm>
        </p:spPr>
        <p:txBody>
          <a:bodyPr anchor="b">
            <a:noAutofit/>
          </a:bodyPr>
          <a:lstStyle>
            <a:lvl1pPr>
              <a:defRPr sz="4800" b="0" i="0" baseline="0">
                <a:solidFill>
                  <a:schemeClr val="bg1"/>
                </a:solidFill>
                <a:latin typeface="+mj-lt"/>
              </a:defRPr>
            </a:lvl1pPr>
          </a:lstStyle>
          <a:p>
            <a:r>
              <a:rPr lang="en-US" dirty="0"/>
              <a:t>Title Here</a:t>
            </a:r>
          </a:p>
        </p:txBody>
      </p:sp>
      <p:sp>
        <p:nvSpPr>
          <p:cNvPr id="15" name="Text Placeholder 3">
            <a:extLst>
              <a:ext uri="{FF2B5EF4-FFF2-40B4-BE49-F238E27FC236}">
                <a16:creationId xmlns:a16="http://schemas.microsoft.com/office/drawing/2014/main" id="{A9573359-3223-304A-9E4E-E3990C977311}"/>
              </a:ext>
            </a:extLst>
          </p:cNvPr>
          <p:cNvSpPr>
            <a:spLocks noGrp="1"/>
          </p:cNvSpPr>
          <p:nvPr>
            <p:ph type="body" sz="quarter" idx="15" hasCustomPrompt="1"/>
          </p:nvPr>
        </p:nvSpPr>
        <p:spPr>
          <a:xfrm>
            <a:off x="898119" y="3368001"/>
            <a:ext cx="6630440" cy="677627"/>
          </a:xfrm>
          <a:prstGeom prst="rect">
            <a:avLst/>
          </a:prstGeom>
        </p:spPr>
        <p:txBody>
          <a:bodyPr>
            <a:noAutofit/>
          </a:bodyPr>
          <a:lstStyle>
            <a:lvl1pPr marL="0" indent="0" algn="l">
              <a:lnSpc>
                <a:spcPct val="100000"/>
              </a:lnSpc>
              <a:buNone/>
              <a:defRPr sz="2133" b="0" i="0">
                <a:solidFill>
                  <a:schemeClr val="bg1"/>
                </a:solidFill>
                <a:latin typeface="Arial" panose="020B0604020202020204" pitchFamily="34" charset="0"/>
                <a:ea typeface="Helvetica Neue" panose="02000503000000020004" pitchFamily="2" charset="0"/>
                <a:cs typeface="Arial" panose="020B0604020202020204" pitchFamily="34" charset="0"/>
              </a:defRPr>
            </a:lvl1pPr>
            <a:lvl2pPr marL="306900" indent="0">
              <a:lnSpc>
                <a:spcPct val="100000"/>
              </a:lnSpc>
              <a:buNone/>
              <a:defRPr i="1">
                <a:latin typeface="+mn-lt"/>
              </a:defRPr>
            </a:lvl2pPr>
            <a:lvl3pPr marL="687881" indent="0">
              <a:lnSpc>
                <a:spcPct val="100000"/>
              </a:lnSpc>
              <a:buNone/>
              <a:defRPr i="1">
                <a:latin typeface="+mn-lt"/>
              </a:defRPr>
            </a:lvl3pPr>
            <a:lvl4pPr marL="1066747" indent="0">
              <a:lnSpc>
                <a:spcPct val="100000"/>
              </a:lnSpc>
              <a:buNone/>
              <a:defRPr i="1">
                <a:latin typeface="+mn-lt"/>
              </a:defRPr>
            </a:lvl4pPr>
            <a:lvl5pPr marL="1447728" indent="0">
              <a:lnSpc>
                <a:spcPct val="100000"/>
              </a:lnSpc>
              <a:buNone/>
              <a:defRPr i="1">
                <a:latin typeface="+mn-lt"/>
              </a:defRPr>
            </a:lvl5pPr>
          </a:lstStyle>
          <a:p>
            <a:pPr lvl="0"/>
            <a:r>
              <a:rPr lang="en-US" dirty="0"/>
              <a:t>Optional Subhead Here</a:t>
            </a:r>
          </a:p>
        </p:txBody>
      </p:sp>
    </p:spTree>
    <p:extLst>
      <p:ext uri="{BB962C8B-B14F-4D97-AF65-F5344CB8AC3E}">
        <p14:creationId xmlns:p14="http://schemas.microsoft.com/office/powerpoint/2010/main" val="772571089"/>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1" orient="horz" pos="1620">
          <p15:clr>
            <a:srgbClr val="FBAE40"/>
          </p15:clr>
        </p15:guide>
        <p15:guide id="2" pos="48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 Teal1">
    <p:bg>
      <p:bgRef idx="1001">
        <a:schemeClr val="bg1"/>
      </p:bgRef>
    </p:bg>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cstate="screen">
            <a:extLst>
              <a:ext uri="{28A0092B-C50C-407E-A947-70E740481C1C}">
                <a14:useLocalDpi xmlns:a14="http://schemas.microsoft.com/office/drawing/2010/main"/>
              </a:ext>
            </a:extLst>
          </a:blip>
          <a:srcRect b="-1"/>
          <a:stretch/>
        </p:blipFill>
        <p:spPr>
          <a:xfrm>
            <a:off x="334030" y="325677"/>
            <a:ext cx="11857972" cy="6532323"/>
          </a:xfrm>
          <a:prstGeom prst="rect">
            <a:avLst/>
          </a:prstGeom>
        </p:spPr>
      </p:pic>
      <p:sp>
        <p:nvSpPr>
          <p:cNvPr id="2" name="Rectangle 1"/>
          <p:cNvSpPr/>
          <p:nvPr/>
        </p:nvSpPr>
        <p:spPr bwMode="auto">
          <a:xfrm>
            <a:off x="670561" y="1"/>
            <a:ext cx="7555913" cy="5739619"/>
          </a:xfrm>
          <a:prstGeom prst="rect">
            <a:avLst/>
          </a:prstGeom>
          <a:solidFill>
            <a:schemeClr val="accent2"/>
          </a:solidFill>
          <a:ln w="19050" algn="ctr">
            <a:noFill/>
            <a:miter lim="800000"/>
            <a:headEnd/>
            <a:tailEnd/>
          </a:ln>
        </p:spPr>
        <p:txBody>
          <a:bodyPr wrap="none" rtlCol="0" anchor="ctr"/>
          <a:lstStyle/>
          <a:p>
            <a:pPr algn="ctr">
              <a:lnSpc>
                <a:spcPct val="90000"/>
              </a:lnSpc>
            </a:pPr>
            <a:endParaRPr lang="en-US" sz="2133" b="0" i="0" dirty="0" err="1">
              <a:solidFill>
                <a:schemeClr val="tx1"/>
              </a:solidFill>
              <a:latin typeface="Arial" panose="020B0604020202020204" pitchFamily="34" charset="0"/>
            </a:endParaRPr>
          </a:p>
        </p:txBody>
      </p:sp>
      <p:sp>
        <p:nvSpPr>
          <p:cNvPr id="14" name="Date Placeholder 4">
            <a:extLst>
              <a:ext uri="{FF2B5EF4-FFF2-40B4-BE49-F238E27FC236}">
                <a16:creationId xmlns:a16="http://schemas.microsoft.com/office/drawing/2014/main" id="{3BFC587D-F4CD-7648-95B7-35FDAB00708D}"/>
              </a:ext>
            </a:extLst>
          </p:cNvPr>
          <p:cNvSpPr>
            <a:spLocks noGrp="1"/>
          </p:cNvSpPr>
          <p:nvPr>
            <p:ph type="dt" sz="half" idx="2"/>
          </p:nvPr>
        </p:nvSpPr>
        <p:spPr>
          <a:xfrm>
            <a:off x="915064" y="5159269"/>
            <a:ext cx="2567117" cy="238607"/>
          </a:xfrm>
          <a:prstGeom prst="rect">
            <a:avLst/>
          </a:prstGeom>
        </p:spPr>
        <p:txBody>
          <a:bodyPr vert="horz" wrap="square" lIns="91440" tIns="0" rIns="91440" bIns="0" rtlCol="0" anchor="b" anchorCtr="0">
            <a:noAutofit/>
          </a:bodyPr>
          <a:lstStyle>
            <a:lvl1pPr algn="l">
              <a:defRPr sz="1600" b="0" i="0">
                <a:solidFill>
                  <a:schemeClr val="bg1"/>
                </a:solidFill>
                <a:latin typeface="Arial" panose="020B0604020202020204" pitchFamily="34" charset="0"/>
                <a:cs typeface="Arial" panose="020B0604020202020204" pitchFamily="34" charset="0"/>
              </a:defRPr>
            </a:lvl1pPr>
          </a:lstStyle>
          <a:p>
            <a:fld id="{67F45AC6-C491-4585-A584-9CE2AF7D5500}" type="datetime1">
              <a:rPr lang="en-US" smtClean="0"/>
              <a:t>2/8/26</a:t>
            </a:fld>
            <a:endParaRPr lang="en-US"/>
          </a:p>
        </p:txBody>
      </p:sp>
      <p:sp>
        <p:nvSpPr>
          <p:cNvPr id="15" name="Text Placeholder 2">
            <a:extLst>
              <a:ext uri="{FF2B5EF4-FFF2-40B4-BE49-F238E27FC236}">
                <a16:creationId xmlns:a16="http://schemas.microsoft.com/office/drawing/2014/main" id="{2321EFAD-F786-464B-B3E8-5DEEB972AF4D}"/>
              </a:ext>
            </a:extLst>
          </p:cNvPr>
          <p:cNvSpPr>
            <a:spLocks noGrp="1"/>
          </p:cNvSpPr>
          <p:nvPr>
            <p:ph type="body" sz="quarter" idx="10" hasCustomPrompt="1"/>
          </p:nvPr>
        </p:nvSpPr>
        <p:spPr>
          <a:xfrm>
            <a:off x="912925" y="4473719"/>
            <a:ext cx="5588615" cy="568959"/>
          </a:xfrm>
          <a:prstGeom prst="rect">
            <a:avLst/>
          </a:prstGeom>
        </p:spPr>
        <p:txBody>
          <a:bodyPr vert="horz" wrap="square" lIns="91440" tIns="0" rIns="91440" bIns="0" rtlCol="0" anchor="b" anchorCtr="0">
            <a:noAutofit/>
          </a:bodyPr>
          <a:lstStyle>
            <a:lvl1pPr marL="0" indent="0">
              <a:lnSpc>
                <a:spcPct val="100000"/>
              </a:lnSpc>
              <a:spcBef>
                <a:spcPts val="0"/>
              </a:spcBef>
              <a:spcAft>
                <a:spcPts val="0"/>
              </a:spcAft>
              <a:buNone/>
              <a:defRPr lang="en-US" sz="2133" b="0" i="0" baseline="0" dirty="0" smtClean="0">
                <a:solidFill>
                  <a:schemeClr val="bg1"/>
                </a:solidFill>
                <a:cs typeface="Arial" panose="020B0604020202020204" pitchFamily="34" charset="0"/>
              </a:defRPr>
            </a:lvl1pPr>
            <a:lvl2pPr>
              <a:defRPr lang="en-US" sz="2400" dirty="0" smtClean="0">
                <a:latin typeface="+mn-lt"/>
              </a:defRPr>
            </a:lvl2pPr>
            <a:lvl3pPr>
              <a:defRPr lang="en-US" sz="2400" dirty="0" smtClean="0">
                <a:latin typeface="+mn-lt"/>
              </a:defRPr>
            </a:lvl3pPr>
            <a:lvl4pPr>
              <a:defRPr lang="en-US" sz="2400" dirty="0" smtClean="0">
                <a:latin typeface="+mn-lt"/>
              </a:defRPr>
            </a:lvl4pPr>
            <a:lvl5pPr>
              <a:defRPr lang="en-US" sz="2400" dirty="0">
                <a:latin typeface="+mn-lt"/>
              </a:defRPr>
            </a:lvl5pPr>
          </a:lstStyle>
          <a:p>
            <a:pPr marL="0" lvl="0"/>
            <a:r>
              <a:rPr lang="en-US" dirty="0"/>
              <a:t>Presenter’s Name</a:t>
            </a:r>
          </a:p>
        </p:txBody>
      </p:sp>
      <p:sp>
        <p:nvSpPr>
          <p:cNvPr id="10" name="Title 15">
            <a:extLst>
              <a:ext uri="{FF2B5EF4-FFF2-40B4-BE49-F238E27FC236}">
                <a16:creationId xmlns:a16="http://schemas.microsoft.com/office/drawing/2014/main" id="{1D80BBCD-01AA-2048-816B-1926C338266F}"/>
              </a:ext>
            </a:extLst>
          </p:cNvPr>
          <p:cNvSpPr>
            <a:spLocks noGrp="1"/>
          </p:cNvSpPr>
          <p:nvPr>
            <p:ph type="title" hasCustomPrompt="1"/>
          </p:nvPr>
        </p:nvSpPr>
        <p:spPr>
          <a:xfrm>
            <a:off x="893296" y="1503863"/>
            <a:ext cx="6635263" cy="1749284"/>
          </a:xfrm>
        </p:spPr>
        <p:txBody>
          <a:bodyPr anchor="b">
            <a:noAutofit/>
          </a:bodyPr>
          <a:lstStyle>
            <a:lvl1pPr>
              <a:defRPr sz="4800" b="0" i="0" baseline="0">
                <a:solidFill>
                  <a:schemeClr val="bg1"/>
                </a:solidFill>
                <a:latin typeface="+mj-lt"/>
              </a:defRPr>
            </a:lvl1pPr>
          </a:lstStyle>
          <a:p>
            <a:r>
              <a:rPr lang="en-US" dirty="0"/>
              <a:t>Title Here</a:t>
            </a:r>
          </a:p>
        </p:txBody>
      </p:sp>
      <p:sp>
        <p:nvSpPr>
          <p:cNvPr id="16" name="Text Placeholder 3">
            <a:extLst>
              <a:ext uri="{FF2B5EF4-FFF2-40B4-BE49-F238E27FC236}">
                <a16:creationId xmlns:a16="http://schemas.microsoft.com/office/drawing/2014/main" id="{CF776777-542E-DD44-ADA8-B722AD3865C3}"/>
              </a:ext>
            </a:extLst>
          </p:cNvPr>
          <p:cNvSpPr>
            <a:spLocks noGrp="1"/>
          </p:cNvSpPr>
          <p:nvPr>
            <p:ph type="body" sz="quarter" idx="15" hasCustomPrompt="1"/>
          </p:nvPr>
        </p:nvSpPr>
        <p:spPr>
          <a:xfrm>
            <a:off x="898119" y="3368001"/>
            <a:ext cx="6630440" cy="677627"/>
          </a:xfrm>
          <a:prstGeom prst="rect">
            <a:avLst/>
          </a:prstGeom>
        </p:spPr>
        <p:txBody>
          <a:bodyPr>
            <a:noAutofit/>
          </a:bodyPr>
          <a:lstStyle>
            <a:lvl1pPr marL="0" indent="0" algn="l">
              <a:lnSpc>
                <a:spcPct val="100000"/>
              </a:lnSpc>
              <a:buNone/>
              <a:defRPr sz="2133" b="0" i="0">
                <a:solidFill>
                  <a:schemeClr val="bg1"/>
                </a:solidFill>
                <a:latin typeface="Arial" panose="020B0604020202020204" pitchFamily="34" charset="0"/>
                <a:ea typeface="Helvetica Neue" panose="02000503000000020004" pitchFamily="2" charset="0"/>
                <a:cs typeface="Arial" panose="020B0604020202020204" pitchFamily="34" charset="0"/>
              </a:defRPr>
            </a:lvl1pPr>
            <a:lvl2pPr marL="306900" indent="0">
              <a:lnSpc>
                <a:spcPct val="100000"/>
              </a:lnSpc>
              <a:buNone/>
              <a:defRPr i="1">
                <a:latin typeface="+mn-lt"/>
              </a:defRPr>
            </a:lvl2pPr>
            <a:lvl3pPr marL="687881" indent="0">
              <a:lnSpc>
                <a:spcPct val="100000"/>
              </a:lnSpc>
              <a:buNone/>
              <a:defRPr i="1">
                <a:latin typeface="+mn-lt"/>
              </a:defRPr>
            </a:lvl3pPr>
            <a:lvl4pPr marL="1066747" indent="0">
              <a:lnSpc>
                <a:spcPct val="100000"/>
              </a:lnSpc>
              <a:buNone/>
              <a:defRPr i="1">
                <a:latin typeface="+mn-lt"/>
              </a:defRPr>
            </a:lvl4pPr>
            <a:lvl5pPr marL="1447728" indent="0">
              <a:lnSpc>
                <a:spcPct val="100000"/>
              </a:lnSpc>
              <a:buNone/>
              <a:defRPr i="1">
                <a:latin typeface="+mn-lt"/>
              </a:defRPr>
            </a:lvl5pPr>
          </a:lstStyle>
          <a:p>
            <a:pPr lvl="0"/>
            <a:r>
              <a:rPr lang="en-US" dirty="0"/>
              <a:t>Optional Subhead Here</a:t>
            </a:r>
          </a:p>
        </p:txBody>
      </p:sp>
      <p:pic>
        <p:nvPicPr>
          <p:cNvPr id="11" name="Picture 10">
            <a:extLst>
              <a:ext uri="{FF2B5EF4-FFF2-40B4-BE49-F238E27FC236}">
                <a16:creationId xmlns:a16="http://schemas.microsoft.com/office/drawing/2014/main" id="{7BC7F4D8-5A99-1448-8564-FCC906597955}"/>
              </a:ext>
            </a:extLst>
          </p:cNvPr>
          <p:cNvPicPr>
            <a:picLocks noChangeAspect="1"/>
          </p:cNvPicPr>
          <p:nvPr/>
        </p:nvPicPr>
        <p:blipFill>
          <a:blip r:embed="rId3" cstate="screen">
            <a:extLst>
              <a:ext uri="{28A0092B-C50C-407E-A947-70E740481C1C}">
                <a14:useLocalDpi xmlns:a14="http://schemas.microsoft.com/office/drawing/2010/main"/>
              </a:ext>
            </a:extLst>
          </a:blip>
          <a:srcRect/>
          <a:stretch/>
        </p:blipFill>
        <p:spPr>
          <a:xfrm>
            <a:off x="912920" y="322269"/>
            <a:ext cx="1083733" cy="1083733"/>
          </a:xfrm>
          <a:prstGeom prst="rect">
            <a:avLst/>
          </a:prstGeom>
        </p:spPr>
      </p:pic>
    </p:spTree>
    <p:extLst>
      <p:ext uri="{BB962C8B-B14F-4D97-AF65-F5344CB8AC3E}">
        <p14:creationId xmlns:p14="http://schemas.microsoft.com/office/powerpoint/2010/main" val="2037582289"/>
      </p:ext>
    </p:extLst>
  </p:cSld>
  <p:clrMapOvr>
    <a:overrideClrMapping bg1="lt1" tx1="dk1" bg2="lt2" tx2="dk2" accent1="accent1" accent2="accent2" accent3="accent3" accent4="accent4" accent5="accent5" accent6="accent6" hlink="hlink" folHlink="folHlink"/>
  </p:clrMapOvr>
  <p:transition>
    <p:fade/>
  </p:transition>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 Blue2">
    <p:bg>
      <p:bgRef idx="1001">
        <a:schemeClr val="bg1"/>
      </p:bgRef>
    </p:bg>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322541" y="322536"/>
            <a:ext cx="11877417" cy="6535464"/>
          </a:xfrm>
          <a:prstGeom prst="rect">
            <a:avLst/>
          </a:prstGeom>
        </p:spPr>
      </p:pic>
      <p:sp>
        <p:nvSpPr>
          <p:cNvPr id="2" name="Rectangle 1"/>
          <p:cNvSpPr/>
          <p:nvPr/>
        </p:nvSpPr>
        <p:spPr bwMode="auto">
          <a:xfrm>
            <a:off x="670561" y="1"/>
            <a:ext cx="7555913" cy="5739619"/>
          </a:xfrm>
          <a:prstGeom prst="rect">
            <a:avLst/>
          </a:prstGeom>
          <a:solidFill>
            <a:schemeClr val="accent1"/>
          </a:solidFill>
          <a:ln w="19050" algn="ctr">
            <a:noFill/>
            <a:miter lim="800000"/>
            <a:headEnd/>
            <a:tailEnd/>
          </a:ln>
        </p:spPr>
        <p:txBody>
          <a:bodyPr wrap="none" rtlCol="0" anchor="ctr"/>
          <a:lstStyle/>
          <a:p>
            <a:pPr algn="ctr">
              <a:lnSpc>
                <a:spcPct val="90000"/>
              </a:lnSpc>
            </a:pPr>
            <a:endParaRPr lang="en-US" sz="2133" b="0" i="0" dirty="0" err="1">
              <a:solidFill>
                <a:schemeClr val="tx1"/>
              </a:solidFill>
              <a:latin typeface="Arial" panose="020B0604020202020204" pitchFamily="34" charset="0"/>
            </a:endParaRPr>
          </a:p>
        </p:txBody>
      </p:sp>
      <p:sp>
        <p:nvSpPr>
          <p:cNvPr id="15" name="Date Placeholder 4">
            <a:extLst>
              <a:ext uri="{FF2B5EF4-FFF2-40B4-BE49-F238E27FC236}">
                <a16:creationId xmlns:a16="http://schemas.microsoft.com/office/drawing/2014/main" id="{8CD1AB83-6DAD-CB4D-8F80-6559296DFFA5}"/>
              </a:ext>
            </a:extLst>
          </p:cNvPr>
          <p:cNvSpPr>
            <a:spLocks noGrp="1"/>
          </p:cNvSpPr>
          <p:nvPr>
            <p:ph type="dt" sz="half" idx="2"/>
          </p:nvPr>
        </p:nvSpPr>
        <p:spPr>
          <a:xfrm>
            <a:off x="915064" y="5159269"/>
            <a:ext cx="2567117" cy="238607"/>
          </a:xfrm>
          <a:prstGeom prst="rect">
            <a:avLst/>
          </a:prstGeom>
        </p:spPr>
        <p:txBody>
          <a:bodyPr vert="horz" wrap="square" lIns="91440" tIns="0" rIns="91440" bIns="0" rtlCol="0" anchor="b" anchorCtr="0">
            <a:noAutofit/>
          </a:bodyPr>
          <a:lstStyle>
            <a:lvl1pPr algn="l">
              <a:defRPr sz="1600" b="0" i="0">
                <a:solidFill>
                  <a:schemeClr val="bg1"/>
                </a:solidFill>
                <a:latin typeface="Arial" panose="020B0604020202020204" pitchFamily="34" charset="0"/>
                <a:cs typeface="Arial" panose="020B0604020202020204" pitchFamily="34" charset="0"/>
              </a:defRPr>
            </a:lvl1pPr>
          </a:lstStyle>
          <a:p>
            <a:fld id="{67F45AC6-C491-4585-A584-9CE2AF7D5500}" type="datetime1">
              <a:rPr lang="en-US" smtClean="0"/>
              <a:t>2/8/26</a:t>
            </a:fld>
            <a:endParaRPr lang="en-US"/>
          </a:p>
        </p:txBody>
      </p:sp>
      <p:sp>
        <p:nvSpPr>
          <p:cNvPr id="16" name="Text Placeholder 2">
            <a:extLst>
              <a:ext uri="{FF2B5EF4-FFF2-40B4-BE49-F238E27FC236}">
                <a16:creationId xmlns:a16="http://schemas.microsoft.com/office/drawing/2014/main" id="{AD076ED3-B4CC-4448-9C8D-EE9C8E4EDB9A}"/>
              </a:ext>
            </a:extLst>
          </p:cNvPr>
          <p:cNvSpPr>
            <a:spLocks noGrp="1"/>
          </p:cNvSpPr>
          <p:nvPr>
            <p:ph type="body" sz="quarter" idx="10" hasCustomPrompt="1"/>
          </p:nvPr>
        </p:nvSpPr>
        <p:spPr>
          <a:xfrm>
            <a:off x="912925" y="4473719"/>
            <a:ext cx="5588615" cy="568959"/>
          </a:xfrm>
          <a:prstGeom prst="rect">
            <a:avLst/>
          </a:prstGeom>
        </p:spPr>
        <p:txBody>
          <a:bodyPr vert="horz" wrap="square" lIns="91440" tIns="0" rIns="91440" bIns="0" rtlCol="0" anchor="b" anchorCtr="0">
            <a:noAutofit/>
          </a:bodyPr>
          <a:lstStyle>
            <a:lvl1pPr marL="0" indent="0">
              <a:lnSpc>
                <a:spcPct val="100000"/>
              </a:lnSpc>
              <a:spcBef>
                <a:spcPts val="0"/>
              </a:spcBef>
              <a:spcAft>
                <a:spcPts val="0"/>
              </a:spcAft>
              <a:buNone/>
              <a:defRPr lang="en-US" sz="2133" b="0" i="0" baseline="0" dirty="0" smtClean="0">
                <a:solidFill>
                  <a:schemeClr val="bg1"/>
                </a:solidFill>
                <a:cs typeface="Arial" panose="020B0604020202020204" pitchFamily="34" charset="0"/>
              </a:defRPr>
            </a:lvl1pPr>
            <a:lvl2pPr>
              <a:defRPr lang="en-US" sz="2400" dirty="0" smtClean="0">
                <a:latin typeface="+mn-lt"/>
              </a:defRPr>
            </a:lvl2pPr>
            <a:lvl3pPr>
              <a:defRPr lang="en-US" sz="2400" dirty="0" smtClean="0">
                <a:latin typeface="+mn-lt"/>
              </a:defRPr>
            </a:lvl3pPr>
            <a:lvl4pPr>
              <a:defRPr lang="en-US" sz="2400" dirty="0" smtClean="0">
                <a:latin typeface="+mn-lt"/>
              </a:defRPr>
            </a:lvl4pPr>
            <a:lvl5pPr>
              <a:defRPr lang="en-US" sz="2400" dirty="0">
                <a:latin typeface="+mn-lt"/>
              </a:defRPr>
            </a:lvl5pPr>
          </a:lstStyle>
          <a:p>
            <a:pPr marL="0" lvl="0"/>
            <a:r>
              <a:rPr lang="en-US" dirty="0"/>
              <a:t>Presenter’s Name</a:t>
            </a:r>
          </a:p>
        </p:txBody>
      </p:sp>
      <p:sp>
        <p:nvSpPr>
          <p:cNvPr id="12" name="Title 15">
            <a:extLst>
              <a:ext uri="{FF2B5EF4-FFF2-40B4-BE49-F238E27FC236}">
                <a16:creationId xmlns:a16="http://schemas.microsoft.com/office/drawing/2014/main" id="{B315E655-425B-6342-8FC5-549929A12CE9}"/>
              </a:ext>
            </a:extLst>
          </p:cNvPr>
          <p:cNvSpPr>
            <a:spLocks noGrp="1"/>
          </p:cNvSpPr>
          <p:nvPr>
            <p:ph type="title" hasCustomPrompt="1"/>
          </p:nvPr>
        </p:nvSpPr>
        <p:spPr>
          <a:xfrm>
            <a:off x="893296" y="1503863"/>
            <a:ext cx="6635263" cy="1749284"/>
          </a:xfrm>
        </p:spPr>
        <p:txBody>
          <a:bodyPr anchor="b">
            <a:noAutofit/>
          </a:bodyPr>
          <a:lstStyle>
            <a:lvl1pPr>
              <a:defRPr sz="4800" b="0" i="0" baseline="0">
                <a:solidFill>
                  <a:schemeClr val="bg1"/>
                </a:solidFill>
                <a:latin typeface="+mj-lt"/>
              </a:defRPr>
            </a:lvl1pPr>
          </a:lstStyle>
          <a:p>
            <a:r>
              <a:rPr lang="en-US" dirty="0"/>
              <a:t>Title Here</a:t>
            </a:r>
          </a:p>
        </p:txBody>
      </p:sp>
      <p:sp>
        <p:nvSpPr>
          <p:cNvPr id="18" name="Text Placeholder 3">
            <a:extLst>
              <a:ext uri="{FF2B5EF4-FFF2-40B4-BE49-F238E27FC236}">
                <a16:creationId xmlns:a16="http://schemas.microsoft.com/office/drawing/2014/main" id="{59D8CE0E-5F3B-3149-9E62-C9706A69F83B}"/>
              </a:ext>
            </a:extLst>
          </p:cNvPr>
          <p:cNvSpPr>
            <a:spLocks noGrp="1"/>
          </p:cNvSpPr>
          <p:nvPr>
            <p:ph type="body" sz="quarter" idx="15" hasCustomPrompt="1"/>
          </p:nvPr>
        </p:nvSpPr>
        <p:spPr>
          <a:xfrm>
            <a:off x="898119" y="3368001"/>
            <a:ext cx="6630440" cy="677627"/>
          </a:xfrm>
          <a:prstGeom prst="rect">
            <a:avLst/>
          </a:prstGeom>
        </p:spPr>
        <p:txBody>
          <a:bodyPr>
            <a:noAutofit/>
          </a:bodyPr>
          <a:lstStyle>
            <a:lvl1pPr marL="0" indent="0" algn="l">
              <a:lnSpc>
                <a:spcPct val="100000"/>
              </a:lnSpc>
              <a:buNone/>
              <a:defRPr sz="2133" b="0" i="0">
                <a:solidFill>
                  <a:schemeClr val="bg1"/>
                </a:solidFill>
                <a:latin typeface="Arial" panose="020B0604020202020204" pitchFamily="34" charset="0"/>
                <a:ea typeface="Helvetica Neue" panose="02000503000000020004" pitchFamily="2" charset="0"/>
                <a:cs typeface="Arial" panose="020B0604020202020204" pitchFamily="34" charset="0"/>
              </a:defRPr>
            </a:lvl1pPr>
            <a:lvl2pPr marL="306900" indent="0">
              <a:lnSpc>
                <a:spcPct val="100000"/>
              </a:lnSpc>
              <a:buNone/>
              <a:defRPr i="1">
                <a:latin typeface="+mn-lt"/>
              </a:defRPr>
            </a:lvl2pPr>
            <a:lvl3pPr marL="687881" indent="0">
              <a:lnSpc>
                <a:spcPct val="100000"/>
              </a:lnSpc>
              <a:buNone/>
              <a:defRPr i="1">
                <a:latin typeface="+mn-lt"/>
              </a:defRPr>
            </a:lvl3pPr>
            <a:lvl4pPr marL="1066747" indent="0">
              <a:lnSpc>
                <a:spcPct val="100000"/>
              </a:lnSpc>
              <a:buNone/>
              <a:defRPr i="1">
                <a:latin typeface="+mn-lt"/>
              </a:defRPr>
            </a:lvl4pPr>
            <a:lvl5pPr marL="1447728" indent="0">
              <a:lnSpc>
                <a:spcPct val="100000"/>
              </a:lnSpc>
              <a:buNone/>
              <a:defRPr i="1">
                <a:latin typeface="+mn-lt"/>
              </a:defRPr>
            </a:lvl5pPr>
          </a:lstStyle>
          <a:p>
            <a:pPr lvl="0"/>
            <a:r>
              <a:rPr lang="en-US" dirty="0"/>
              <a:t>Optional Subhead Here</a:t>
            </a:r>
          </a:p>
        </p:txBody>
      </p:sp>
      <p:pic>
        <p:nvPicPr>
          <p:cNvPr id="9" name="Picture 8">
            <a:extLst>
              <a:ext uri="{FF2B5EF4-FFF2-40B4-BE49-F238E27FC236}">
                <a16:creationId xmlns:a16="http://schemas.microsoft.com/office/drawing/2014/main" id="{C7B8961A-B94A-D843-9BDD-2DC2524C1EC4}"/>
              </a:ext>
            </a:extLst>
          </p:cNvPr>
          <p:cNvPicPr>
            <a:picLocks noChangeAspect="1"/>
          </p:cNvPicPr>
          <p:nvPr/>
        </p:nvPicPr>
        <p:blipFill>
          <a:blip r:embed="rId3" cstate="screen">
            <a:extLst>
              <a:ext uri="{28A0092B-C50C-407E-A947-70E740481C1C}">
                <a14:useLocalDpi xmlns:a14="http://schemas.microsoft.com/office/drawing/2010/main"/>
              </a:ext>
            </a:extLst>
          </a:blip>
          <a:srcRect/>
          <a:stretch/>
        </p:blipFill>
        <p:spPr>
          <a:xfrm>
            <a:off x="912920" y="322269"/>
            <a:ext cx="1083733" cy="1083733"/>
          </a:xfrm>
          <a:prstGeom prst="rect">
            <a:avLst/>
          </a:prstGeom>
        </p:spPr>
      </p:pic>
    </p:spTree>
    <p:extLst>
      <p:ext uri="{BB962C8B-B14F-4D97-AF65-F5344CB8AC3E}">
        <p14:creationId xmlns:p14="http://schemas.microsoft.com/office/powerpoint/2010/main" val="2375867565"/>
      </p:ext>
    </p:extLst>
  </p:cSld>
  <p:clrMapOvr>
    <a:overrideClrMapping bg1="lt1" tx1="dk1" bg2="lt2" tx2="dk2" accent1="accent1" accent2="accent2" accent3="accent3" accent4="accent4" accent5="accent5" accent6="accent6" hlink="hlink" folHlink="folHlink"/>
  </p:clrMapOvr>
  <p:transition>
    <p:fade/>
  </p:transition>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ver – Teal2">
    <p:bg>
      <p:bgRef idx="1001">
        <a:schemeClr val="bg1"/>
      </p:bgRef>
    </p:bg>
    <p:spTree>
      <p:nvGrpSpPr>
        <p:cNvPr id="1" name=""/>
        <p:cNvGrpSpPr/>
        <p:nvPr/>
      </p:nvGrpSpPr>
      <p:grpSpPr>
        <a:xfrm>
          <a:off x="0" y="0"/>
          <a:ext cx="0" cy="0"/>
          <a:chOff x="0" y="0"/>
          <a:chExt cx="0" cy="0"/>
        </a:xfrm>
      </p:grpSpPr>
      <p:pic>
        <p:nvPicPr>
          <p:cNvPr id="14" name="Picture 13"/>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322541" y="322536"/>
            <a:ext cx="11869463" cy="6535464"/>
          </a:xfrm>
          <a:prstGeom prst="rect">
            <a:avLst/>
          </a:prstGeom>
        </p:spPr>
      </p:pic>
      <p:sp>
        <p:nvSpPr>
          <p:cNvPr id="2" name="Rectangle 1"/>
          <p:cNvSpPr/>
          <p:nvPr/>
        </p:nvSpPr>
        <p:spPr bwMode="auto">
          <a:xfrm>
            <a:off x="670561" y="1"/>
            <a:ext cx="7555913" cy="5739619"/>
          </a:xfrm>
          <a:prstGeom prst="rect">
            <a:avLst/>
          </a:prstGeom>
          <a:solidFill>
            <a:schemeClr val="bg1">
              <a:lumMod val="95000"/>
            </a:schemeClr>
          </a:solidFill>
          <a:ln w="19050" algn="ctr">
            <a:noFill/>
            <a:miter lim="800000"/>
            <a:headEnd/>
            <a:tailEnd/>
          </a:ln>
        </p:spPr>
        <p:txBody>
          <a:bodyPr wrap="none" rtlCol="0" anchor="ctr"/>
          <a:lstStyle/>
          <a:p>
            <a:pPr algn="ctr">
              <a:lnSpc>
                <a:spcPct val="90000"/>
              </a:lnSpc>
            </a:pPr>
            <a:endParaRPr lang="en-US" sz="2133" b="0" i="0" dirty="0" err="1">
              <a:solidFill>
                <a:schemeClr val="tx1"/>
              </a:solidFill>
              <a:latin typeface="Arial" panose="020B0604020202020204" pitchFamily="34" charset="0"/>
            </a:endParaRPr>
          </a:p>
        </p:txBody>
      </p:sp>
      <p:sp>
        <p:nvSpPr>
          <p:cNvPr id="15" name="Date Placeholder 4">
            <a:extLst>
              <a:ext uri="{FF2B5EF4-FFF2-40B4-BE49-F238E27FC236}">
                <a16:creationId xmlns:a16="http://schemas.microsoft.com/office/drawing/2014/main" id="{EA5AAF51-36B8-9940-ACBC-F45CDFBB60D9}"/>
              </a:ext>
            </a:extLst>
          </p:cNvPr>
          <p:cNvSpPr>
            <a:spLocks noGrp="1"/>
          </p:cNvSpPr>
          <p:nvPr>
            <p:ph type="dt" sz="half" idx="2"/>
          </p:nvPr>
        </p:nvSpPr>
        <p:spPr>
          <a:xfrm>
            <a:off x="915064" y="5159269"/>
            <a:ext cx="2567117" cy="238607"/>
          </a:xfrm>
          <a:prstGeom prst="rect">
            <a:avLst/>
          </a:prstGeom>
        </p:spPr>
        <p:txBody>
          <a:bodyPr vert="horz" wrap="square" lIns="91440" tIns="0" rIns="91440" bIns="0" rtlCol="0" anchor="b" anchorCtr="0">
            <a:noAutofit/>
          </a:bodyPr>
          <a:lstStyle>
            <a:lvl1pPr algn="l">
              <a:defRPr sz="1600" b="0" i="0">
                <a:solidFill>
                  <a:schemeClr val="tx1"/>
                </a:solidFill>
                <a:latin typeface="Arial" panose="020B0604020202020204" pitchFamily="34" charset="0"/>
                <a:cs typeface="Arial" panose="020B0604020202020204" pitchFamily="34" charset="0"/>
              </a:defRPr>
            </a:lvl1pPr>
          </a:lstStyle>
          <a:p>
            <a:fld id="{67F45AC6-C491-4585-A584-9CE2AF7D5500}" type="datetime1">
              <a:rPr lang="en-US" smtClean="0"/>
              <a:t>2/8/26</a:t>
            </a:fld>
            <a:endParaRPr lang="en-US"/>
          </a:p>
        </p:txBody>
      </p:sp>
      <p:sp>
        <p:nvSpPr>
          <p:cNvPr id="16" name="Text Placeholder 2">
            <a:extLst>
              <a:ext uri="{FF2B5EF4-FFF2-40B4-BE49-F238E27FC236}">
                <a16:creationId xmlns:a16="http://schemas.microsoft.com/office/drawing/2014/main" id="{364A4BD1-BDC4-5847-8479-2F6EAA1BF060}"/>
              </a:ext>
            </a:extLst>
          </p:cNvPr>
          <p:cNvSpPr>
            <a:spLocks noGrp="1"/>
          </p:cNvSpPr>
          <p:nvPr>
            <p:ph type="body" sz="quarter" idx="10" hasCustomPrompt="1"/>
          </p:nvPr>
        </p:nvSpPr>
        <p:spPr>
          <a:xfrm>
            <a:off x="912925" y="4473719"/>
            <a:ext cx="5588615" cy="568959"/>
          </a:xfrm>
          <a:prstGeom prst="rect">
            <a:avLst/>
          </a:prstGeom>
        </p:spPr>
        <p:txBody>
          <a:bodyPr vert="horz" wrap="square" lIns="91440" tIns="0" rIns="91440" bIns="0" rtlCol="0" anchor="b" anchorCtr="0">
            <a:noAutofit/>
          </a:bodyPr>
          <a:lstStyle>
            <a:lvl1pPr marL="0" indent="0">
              <a:lnSpc>
                <a:spcPct val="100000"/>
              </a:lnSpc>
              <a:spcBef>
                <a:spcPts val="0"/>
              </a:spcBef>
              <a:spcAft>
                <a:spcPts val="0"/>
              </a:spcAft>
              <a:buNone/>
              <a:defRPr lang="en-US" sz="2133" b="0" i="0" baseline="0" dirty="0" smtClean="0">
                <a:solidFill>
                  <a:schemeClr val="tx1"/>
                </a:solidFill>
                <a:cs typeface="Arial" panose="020B0604020202020204" pitchFamily="34" charset="0"/>
              </a:defRPr>
            </a:lvl1pPr>
            <a:lvl2pPr>
              <a:defRPr lang="en-US" sz="2400" dirty="0" smtClean="0">
                <a:latin typeface="+mn-lt"/>
              </a:defRPr>
            </a:lvl2pPr>
            <a:lvl3pPr>
              <a:defRPr lang="en-US" sz="2400" dirty="0" smtClean="0">
                <a:latin typeface="+mn-lt"/>
              </a:defRPr>
            </a:lvl3pPr>
            <a:lvl4pPr>
              <a:defRPr lang="en-US" sz="2400" dirty="0" smtClean="0">
                <a:latin typeface="+mn-lt"/>
              </a:defRPr>
            </a:lvl4pPr>
            <a:lvl5pPr>
              <a:defRPr lang="en-US" sz="2400" dirty="0">
                <a:latin typeface="+mn-lt"/>
              </a:defRPr>
            </a:lvl5pPr>
          </a:lstStyle>
          <a:p>
            <a:pPr marL="0" lvl="0"/>
            <a:r>
              <a:rPr lang="en-US" dirty="0"/>
              <a:t>Presenter’s Name</a:t>
            </a:r>
          </a:p>
        </p:txBody>
      </p:sp>
      <p:pic>
        <p:nvPicPr>
          <p:cNvPr id="18" name="Picture 17">
            <a:extLst>
              <a:ext uri="{FF2B5EF4-FFF2-40B4-BE49-F238E27FC236}">
                <a16:creationId xmlns:a16="http://schemas.microsoft.com/office/drawing/2014/main" id="{845348B5-ADBC-3742-81A7-0E4C0038907C}"/>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912920" y="322270"/>
            <a:ext cx="1083733" cy="1083439"/>
          </a:xfrm>
          <a:prstGeom prst="rect">
            <a:avLst/>
          </a:prstGeom>
        </p:spPr>
      </p:pic>
      <p:sp>
        <p:nvSpPr>
          <p:cNvPr id="10" name="Title 15">
            <a:extLst>
              <a:ext uri="{FF2B5EF4-FFF2-40B4-BE49-F238E27FC236}">
                <a16:creationId xmlns:a16="http://schemas.microsoft.com/office/drawing/2014/main" id="{3D807373-E9A5-9F41-8251-72DE5DC0C0B9}"/>
              </a:ext>
            </a:extLst>
          </p:cNvPr>
          <p:cNvSpPr>
            <a:spLocks noGrp="1"/>
          </p:cNvSpPr>
          <p:nvPr>
            <p:ph type="title" hasCustomPrompt="1"/>
          </p:nvPr>
        </p:nvSpPr>
        <p:spPr>
          <a:xfrm>
            <a:off x="893296" y="1503863"/>
            <a:ext cx="6635263" cy="1749284"/>
          </a:xfrm>
        </p:spPr>
        <p:txBody>
          <a:bodyPr anchor="b">
            <a:noAutofit/>
          </a:bodyPr>
          <a:lstStyle>
            <a:lvl1pPr>
              <a:defRPr sz="4800" b="0" i="0" baseline="0">
                <a:solidFill>
                  <a:schemeClr val="tx1"/>
                </a:solidFill>
                <a:latin typeface="+mj-lt"/>
              </a:defRPr>
            </a:lvl1pPr>
          </a:lstStyle>
          <a:p>
            <a:r>
              <a:rPr lang="en-US" dirty="0"/>
              <a:t>Title Here</a:t>
            </a:r>
          </a:p>
        </p:txBody>
      </p:sp>
      <p:sp>
        <p:nvSpPr>
          <p:cNvPr id="17" name="Text Placeholder 3">
            <a:extLst>
              <a:ext uri="{FF2B5EF4-FFF2-40B4-BE49-F238E27FC236}">
                <a16:creationId xmlns:a16="http://schemas.microsoft.com/office/drawing/2014/main" id="{FA66BC5E-F1DA-6A44-9B69-93266278F913}"/>
              </a:ext>
            </a:extLst>
          </p:cNvPr>
          <p:cNvSpPr>
            <a:spLocks noGrp="1"/>
          </p:cNvSpPr>
          <p:nvPr>
            <p:ph type="body" sz="quarter" idx="15" hasCustomPrompt="1"/>
          </p:nvPr>
        </p:nvSpPr>
        <p:spPr>
          <a:xfrm>
            <a:off x="898119" y="3368001"/>
            <a:ext cx="6630440" cy="677627"/>
          </a:xfrm>
          <a:prstGeom prst="rect">
            <a:avLst/>
          </a:prstGeom>
        </p:spPr>
        <p:txBody>
          <a:bodyPr>
            <a:noAutofit/>
          </a:bodyPr>
          <a:lstStyle>
            <a:lvl1pPr marL="0" indent="0" algn="l">
              <a:lnSpc>
                <a:spcPct val="100000"/>
              </a:lnSpc>
              <a:buNone/>
              <a:defRPr sz="2133" b="0" i="0">
                <a:solidFill>
                  <a:schemeClr val="tx1"/>
                </a:solidFill>
                <a:latin typeface="Arial" panose="020B0604020202020204" pitchFamily="34" charset="0"/>
                <a:ea typeface="Helvetica Neue" panose="02000503000000020004" pitchFamily="2" charset="0"/>
                <a:cs typeface="Arial" panose="020B0604020202020204" pitchFamily="34" charset="0"/>
              </a:defRPr>
            </a:lvl1pPr>
            <a:lvl2pPr marL="306900" indent="0">
              <a:lnSpc>
                <a:spcPct val="100000"/>
              </a:lnSpc>
              <a:buNone/>
              <a:defRPr i="1">
                <a:latin typeface="+mn-lt"/>
              </a:defRPr>
            </a:lvl2pPr>
            <a:lvl3pPr marL="687881" indent="0">
              <a:lnSpc>
                <a:spcPct val="100000"/>
              </a:lnSpc>
              <a:buNone/>
              <a:defRPr i="1">
                <a:latin typeface="+mn-lt"/>
              </a:defRPr>
            </a:lvl3pPr>
            <a:lvl4pPr marL="1066747" indent="0">
              <a:lnSpc>
                <a:spcPct val="100000"/>
              </a:lnSpc>
              <a:buNone/>
              <a:defRPr i="1">
                <a:latin typeface="+mn-lt"/>
              </a:defRPr>
            </a:lvl4pPr>
            <a:lvl5pPr marL="1447728" indent="0">
              <a:lnSpc>
                <a:spcPct val="100000"/>
              </a:lnSpc>
              <a:buNone/>
              <a:defRPr i="1">
                <a:latin typeface="+mn-lt"/>
              </a:defRPr>
            </a:lvl5pPr>
          </a:lstStyle>
          <a:p>
            <a:pPr lvl="0"/>
            <a:r>
              <a:rPr lang="en-US" dirty="0"/>
              <a:t>Optional Subhead Here</a:t>
            </a:r>
          </a:p>
        </p:txBody>
      </p:sp>
    </p:spTree>
    <p:extLst>
      <p:ext uri="{BB962C8B-B14F-4D97-AF65-F5344CB8AC3E}">
        <p14:creationId xmlns:p14="http://schemas.microsoft.com/office/powerpoint/2010/main" val="2138494071"/>
      </p:ext>
    </p:extLst>
  </p:cSld>
  <p:clrMapOvr>
    <a:overrideClrMapping bg1="lt1" tx1="dk1" bg2="lt2" tx2="dk2" accent1="accent1" accent2="accent2" accent3="accent3" accent4="accent4" accent5="accent5" accent6="accent6" hlink="hlink" folHlink="folHlink"/>
  </p:clrMapOvr>
  <p:transition>
    <p:fade/>
  </p:transition>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ver – Blue3">
    <p:bg>
      <p:bgRef idx="1001">
        <a:schemeClr val="bg1"/>
      </p:bgRef>
    </p:bg>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322538" y="322271"/>
            <a:ext cx="11869463" cy="6535731"/>
          </a:xfrm>
          <a:prstGeom prst="rect">
            <a:avLst/>
          </a:prstGeom>
        </p:spPr>
      </p:pic>
      <p:sp>
        <p:nvSpPr>
          <p:cNvPr id="2" name="Rectangle 1"/>
          <p:cNvSpPr/>
          <p:nvPr/>
        </p:nvSpPr>
        <p:spPr bwMode="auto">
          <a:xfrm>
            <a:off x="670561" y="1"/>
            <a:ext cx="7555913" cy="5739619"/>
          </a:xfrm>
          <a:prstGeom prst="rect">
            <a:avLst/>
          </a:prstGeom>
          <a:solidFill>
            <a:schemeClr val="tx2"/>
          </a:solidFill>
          <a:ln w="19050" algn="ctr">
            <a:noFill/>
            <a:miter lim="800000"/>
            <a:headEnd/>
            <a:tailEnd/>
          </a:ln>
        </p:spPr>
        <p:txBody>
          <a:bodyPr wrap="none" rtlCol="0" anchor="ctr"/>
          <a:lstStyle/>
          <a:p>
            <a:pPr algn="ctr">
              <a:lnSpc>
                <a:spcPct val="90000"/>
              </a:lnSpc>
            </a:pPr>
            <a:endParaRPr lang="en-US" sz="2133" b="0" i="0" dirty="0" err="1">
              <a:solidFill>
                <a:schemeClr val="tx1"/>
              </a:solidFill>
              <a:latin typeface="Arial" panose="020B0604020202020204" pitchFamily="34" charset="0"/>
            </a:endParaRPr>
          </a:p>
        </p:txBody>
      </p:sp>
      <p:sp>
        <p:nvSpPr>
          <p:cNvPr id="15" name="Date Placeholder 4">
            <a:extLst>
              <a:ext uri="{FF2B5EF4-FFF2-40B4-BE49-F238E27FC236}">
                <a16:creationId xmlns:a16="http://schemas.microsoft.com/office/drawing/2014/main" id="{8CD1AB83-6DAD-CB4D-8F80-6559296DFFA5}"/>
              </a:ext>
            </a:extLst>
          </p:cNvPr>
          <p:cNvSpPr>
            <a:spLocks noGrp="1"/>
          </p:cNvSpPr>
          <p:nvPr>
            <p:ph type="dt" sz="half" idx="2"/>
          </p:nvPr>
        </p:nvSpPr>
        <p:spPr>
          <a:xfrm>
            <a:off x="915064" y="5159269"/>
            <a:ext cx="2567117" cy="238607"/>
          </a:xfrm>
          <a:prstGeom prst="rect">
            <a:avLst/>
          </a:prstGeom>
        </p:spPr>
        <p:txBody>
          <a:bodyPr vert="horz" wrap="square" lIns="91440" tIns="0" rIns="91440" bIns="0" rtlCol="0" anchor="b" anchorCtr="0">
            <a:noAutofit/>
          </a:bodyPr>
          <a:lstStyle>
            <a:lvl1pPr algn="l">
              <a:defRPr sz="1600" b="0" i="0">
                <a:solidFill>
                  <a:schemeClr val="bg1"/>
                </a:solidFill>
                <a:latin typeface="Arial" panose="020B0604020202020204" pitchFamily="34" charset="0"/>
                <a:cs typeface="Arial" panose="020B0604020202020204" pitchFamily="34" charset="0"/>
              </a:defRPr>
            </a:lvl1pPr>
          </a:lstStyle>
          <a:p>
            <a:fld id="{67F45AC6-C491-4585-A584-9CE2AF7D5500}" type="datetime1">
              <a:rPr lang="en-US" smtClean="0"/>
              <a:t>2/8/26</a:t>
            </a:fld>
            <a:endParaRPr lang="en-US"/>
          </a:p>
        </p:txBody>
      </p:sp>
      <p:sp>
        <p:nvSpPr>
          <p:cNvPr id="16" name="Text Placeholder 2">
            <a:extLst>
              <a:ext uri="{FF2B5EF4-FFF2-40B4-BE49-F238E27FC236}">
                <a16:creationId xmlns:a16="http://schemas.microsoft.com/office/drawing/2014/main" id="{AD076ED3-B4CC-4448-9C8D-EE9C8E4EDB9A}"/>
              </a:ext>
            </a:extLst>
          </p:cNvPr>
          <p:cNvSpPr>
            <a:spLocks noGrp="1"/>
          </p:cNvSpPr>
          <p:nvPr>
            <p:ph type="body" sz="quarter" idx="10" hasCustomPrompt="1"/>
          </p:nvPr>
        </p:nvSpPr>
        <p:spPr>
          <a:xfrm>
            <a:off x="912925" y="4473719"/>
            <a:ext cx="5588615" cy="568959"/>
          </a:xfrm>
          <a:prstGeom prst="rect">
            <a:avLst/>
          </a:prstGeom>
        </p:spPr>
        <p:txBody>
          <a:bodyPr vert="horz" wrap="square" lIns="91440" tIns="0" rIns="91440" bIns="0" rtlCol="0" anchor="b" anchorCtr="0">
            <a:noAutofit/>
          </a:bodyPr>
          <a:lstStyle>
            <a:lvl1pPr marL="0" indent="0">
              <a:lnSpc>
                <a:spcPct val="100000"/>
              </a:lnSpc>
              <a:spcBef>
                <a:spcPts val="0"/>
              </a:spcBef>
              <a:spcAft>
                <a:spcPts val="0"/>
              </a:spcAft>
              <a:buNone/>
              <a:defRPr lang="en-US" sz="2133" b="0" i="0" baseline="0" dirty="0" smtClean="0">
                <a:solidFill>
                  <a:schemeClr val="bg1"/>
                </a:solidFill>
                <a:cs typeface="Arial" panose="020B0604020202020204" pitchFamily="34" charset="0"/>
              </a:defRPr>
            </a:lvl1pPr>
            <a:lvl2pPr>
              <a:defRPr lang="en-US" sz="2400" dirty="0" smtClean="0">
                <a:latin typeface="+mn-lt"/>
              </a:defRPr>
            </a:lvl2pPr>
            <a:lvl3pPr>
              <a:defRPr lang="en-US" sz="2400" dirty="0" smtClean="0">
                <a:latin typeface="+mn-lt"/>
              </a:defRPr>
            </a:lvl3pPr>
            <a:lvl4pPr>
              <a:defRPr lang="en-US" sz="2400" dirty="0" smtClean="0">
                <a:latin typeface="+mn-lt"/>
              </a:defRPr>
            </a:lvl4pPr>
            <a:lvl5pPr>
              <a:defRPr lang="en-US" sz="2400" dirty="0">
                <a:latin typeface="+mn-lt"/>
              </a:defRPr>
            </a:lvl5pPr>
          </a:lstStyle>
          <a:p>
            <a:pPr marL="0" lvl="0"/>
            <a:r>
              <a:rPr lang="en-US" dirty="0"/>
              <a:t>Presenter’s Name</a:t>
            </a:r>
          </a:p>
        </p:txBody>
      </p:sp>
      <p:sp>
        <p:nvSpPr>
          <p:cNvPr id="12" name="Title 15">
            <a:extLst>
              <a:ext uri="{FF2B5EF4-FFF2-40B4-BE49-F238E27FC236}">
                <a16:creationId xmlns:a16="http://schemas.microsoft.com/office/drawing/2014/main" id="{B315E655-425B-6342-8FC5-549929A12CE9}"/>
              </a:ext>
            </a:extLst>
          </p:cNvPr>
          <p:cNvSpPr>
            <a:spLocks noGrp="1"/>
          </p:cNvSpPr>
          <p:nvPr>
            <p:ph type="title" hasCustomPrompt="1"/>
          </p:nvPr>
        </p:nvSpPr>
        <p:spPr>
          <a:xfrm>
            <a:off x="893296" y="1503863"/>
            <a:ext cx="6635263" cy="1749284"/>
          </a:xfrm>
        </p:spPr>
        <p:txBody>
          <a:bodyPr anchor="b">
            <a:noAutofit/>
          </a:bodyPr>
          <a:lstStyle>
            <a:lvl1pPr>
              <a:defRPr sz="4800" b="0" i="0" baseline="0">
                <a:solidFill>
                  <a:schemeClr val="bg1"/>
                </a:solidFill>
                <a:latin typeface="+mj-lt"/>
              </a:defRPr>
            </a:lvl1pPr>
          </a:lstStyle>
          <a:p>
            <a:r>
              <a:rPr lang="en-US" dirty="0"/>
              <a:t>Title Here</a:t>
            </a:r>
          </a:p>
        </p:txBody>
      </p:sp>
      <p:sp>
        <p:nvSpPr>
          <p:cNvPr id="18" name="Text Placeholder 3">
            <a:extLst>
              <a:ext uri="{FF2B5EF4-FFF2-40B4-BE49-F238E27FC236}">
                <a16:creationId xmlns:a16="http://schemas.microsoft.com/office/drawing/2014/main" id="{59D8CE0E-5F3B-3149-9E62-C9706A69F83B}"/>
              </a:ext>
            </a:extLst>
          </p:cNvPr>
          <p:cNvSpPr>
            <a:spLocks noGrp="1"/>
          </p:cNvSpPr>
          <p:nvPr>
            <p:ph type="body" sz="quarter" idx="15" hasCustomPrompt="1"/>
          </p:nvPr>
        </p:nvSpPr>
        <p:spPr>
          <a:xfrm>
            <a:off x="898119" y="3368001"/>
            <a:ext cx="6630440" cy="677627"/>
          </a:xfrm>
          <a:prstGeom prst="rect">
            <a:avLst/>
          </a:prstGeom>
        </p:spPr>
        <p:txBody>
          <a:bodyPr>
            <a:noAutofit/>
          </a:bodyPr>
          <a:lstStyle>
            <a:lvl1pPr marL="0" indent="0" algn="l">
              <a:lnSpc>
                <a:spcPct val="100000"/>
              </a:lnSpc>
              <a:buNone/>
              <a:defRPr sz="2133" b="0" i="0">
                <a:solidFill>
                  <a:schemeClr val="bg1"/>
                </a:solidFill>
                <a:latin typeface="Arial" panose="020B0604020202020204" pitchFamily="34" charset="0"/>
                <a:ea typeface="Helvetica Neue" panose="02000503000000020004" pitchFamily="2" charset="0"/>
                <a:cs typeface="Arial" panose="020B0604020202020204" pitchFamily="34" charset="0"/>
              </a:defRPr>
            </a:lvl1pPr>
            <a:lvl2pPr marL="306900" indent="0">
              <a:lnSpc>
                <a:spcPct val="100000"/>
              </a:lnSpc>
              <a:buNone/>
              <a:defRPr i="1">
                <a:latin typeface="+mn-lt"/>
              </a:defRPr>
            </a:lvl2pPr>
            <a:lvl3pPr marL="687881" indent="0">
              <a:lnSpc>
                <a:spcPct val="100000"/>
              </a:lnSpc>
              <a:buNone/>
              <a:defRPr i="1">
                <a:latin typeface="+mn-lt"/>
              </a:defRPr>
            </a:lvl3pPr>
            <a:lvl4pPr marL="1066747" indent="0">
              <a:lnSpc>
                <a:spcPct val="100000"/>
              </a:lnSpc>
              <a:buNone/>
              <a:defRPr i="1">
                <a:latin typeface="+mn-lt"/>
              </a:defRPr>
            </a:lvl4pPr>
            <a:lvl5pPr marL="1447728" indent="0">
              <a:lnSpc>
                <a:spcPct val="100000"/>
              </a:lnSpc>
              <a:buNone/>
              <a:defRPr i="1">
                <a:latin typeface="+mn-lt"/>
              </a:defRPr>
            </a:lvl5pPr>
          </a:lstStyle>
          <a:p>
            <a:pPr lvl="0"/>
            <a:r>
              <a:rPr lang="en-US" dirty="0"/>
              <a:t>Optional Subhead Here</a:t>
            </a:r>
          </a:p>
        </p:txBody>
      </p:sp>
      <p:pic>
        <p:nvPicPr>
          <p:cNvPr id="9" name="Picture 8">
            <a:extLst>
              <a:ext uri="{FF2B5EF4-FFF2-40B4-BE49-F238E27FC236}">
                <a16:creationId xmlns:a16="http://schemas.microsoft.com/office/drawing/2014/main" id="{C7B8961A-B94A-D843-9BDD-2DC2524C1EC4}"/>
              </a:ext>
            </a:extLst>
          </p:cNvPr>
          <p:cNvPicPr>
            <a:picLocks noChangeAspect="1"/>
          </p:cNvPicPr>
          <p:nvPr/>
        </p:nvPicPr>
        <p:blipFill>
          <a:blip r:embed="rId3" cstate="screen">
            <a:extLst>
              <a:ext uri="{28A0092B-C50C-407E-A947-70E740481C1C}">
                <a14:useLocalDpi xmlns:a14="http://schemas.microsoft.com/office/drawing/2010/main"/>
              </a:ext>
            </a:extLst>
          </a:blip>
          <a:srcRect/>
          <a:stretch/>
        </p:blipFill>
        <p:spPr>
          <a:xfrm>
            <a:off x="912920" y="322269"/>
            <a:ext cx="1083733" cy="1083733"/>
          </a:xfrm>
          <a:prstGeom prst="rect">
            <a:avLst/>
          </a:prstGeom>
        </p:spPr>
      </p:pic>
    </p:spTree>
    <p:extLst>
      <p:ext uri="{BB962C8B-B14F-4D97-AF65-F5344CB8AC3E}">
        <p14:creationId xmlns:p14="http://schemas.microsoft.com/office/powerpoint/2010/main" val="4046913140"/>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over – Violet">
    <p:bg>
      <p:bgRef idx="1001">
        <a:schemeClr val="bg1"/>
      </p:bgRef>
    </p:bg>
    <p:spTree>
      <p:nvGrpSpPr>
        <p:cNvPr id="1" name=""/>
        <p:cNvGrpSpPr/>
        <p:nvPr/>
      </p:nvGrpSpPr>
      <p:grpSpPr>
        <a:xfrm>
          <a:off x="0" y="0"/>
          <a:ext cx="0" cy="0"/>
          <a:chOff x="0" y="0"/>
          <a:chExt cx="0" cy="0"/>
        </a:xfrm>
      </p:grpSpPr>
      <p:pic>
        <p:nvPicPr>
          <p:cNvPr id="3" name="Picture 2"/>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322538" y="322271"/>
            <a:ext cx="11869463" cy="6535731"/>
          </a:xfrm>
          <a:prstGeom prst="rect">
            <a:avLst/>
          </a:prstGeom>
        </p:spPr>
      </p:pic>
      <p:sp>
        <p:nvSpPr>
          <p:cNvPr id="2" name="Rectangle 1"/>
          <p:cNvSpPr/>
          <p:nvPr/>
        </p:nvSpPr>
        <p:spPr bwMode="auto">
          <a:xfrm>
            <a:off x="670561" y="1"/>
            <a:ext cx="7555913" cy="5739619"/>
          </a:xfrm>
          <a:prstGeom prst="rect">
            <a:avLst/>
          </a:prstGeom>
          <a:solidFill>
            <a:schemeClr val="accent5"/>
          </a:solidFill>
          <a:ln w="19050" algn="ctr">
            <a:noFill/>
            <a:miter lim="800000"/>
            <a:headEnd/>
            <a:tailEnd/>
          </a:ln>
        </p:spPr>
        <p:txBody>
          <a:bodyPr wrap="none" rtlCol="0" anchor="ctr"/>
          <a:lstStyle/>
          <a:p>
            <a:pPr algn="ctr">
              <a:lnSpc>
                <a:spcPct val="90000"/>
              </a:lnSpc>
            </a:pPr>
            <a:endParaRPr lang="en-US" sz="2133" b="0" i="0" dirty="0" err="1">
              <a:solidFill>
                <a:schemeClr val="tx1"/>
              </a:solidFill>
              <a:latin typeface="Arial" panose="020B0604020202020204" pitchFamily="34" charset="0"/>
            </a:endParaRPr>
          </a:p>
        </p:txBody>
      </p:sp>
      <p:sp>
        <p:nvSpPr>
          <p:cNvPr id="15" name="Date Placeholder 4">
            <a:extLst>
              <a:ext uri="{FF2B5EF4-FFF2-40B4-BE49-F238E27FC236}">
                <a16:creationId xmlns:a16="http://schemas.microsoft.com/office/drawing/2014/main" id="{8CD1AB83-6DAD-CB4D-8F80-6559296DFFA5}"/>
              </a:ext>
            </a:extLst>
          </p:cNvPr>
          <p:cNvSpPr>
            <a:spLocks noGrp="1"/>
          </p:cNvSpPr>
          <p:nvPr>
            <p:ph type="dt" sz="half" idx="2"/>
          </p:nvPr>
        </p:nvSpPr>
        <p:spPr>
          <a:xfrm>
            <a:off x="915064" y="5159269"/>
            <a:ext cx="2567117" cy="238607"/>
          </a:xfrm>
          <a:prstGeom prst="rect">
            <a:avLst/>
          </a:prstGeom>
        </p:spPr>
        <p:txBody>
          <a:bodyPr vert="horz" wrap="square" lIns="91440" tIns="0" rIns="91440" bIns="0" rtlCol="0" anchor="b" anchorCtr="0">
            <a:noAutofit/>
          </a:bodyPr>
          <a:lstStyle>
            <a:lvl1pPr algn="l">
              <a:defRPr sz="1600" b="0" i="0">
                <a:solidFill>
                  <a:schemeClr val="bg1"/>
                </a:solidFill>
                <a:latin typeface="Arial" panose="020B0604020202020204" pitchFamily="34" charset="0"/>
                <a:cs typeface="Arial" panose="020B0604020202020204" pitchFamily="34" charset="0"/>
              </a:defRPr>
            </a:lvl1pPr>
          </a:lstStyle>
          <a:p>
            <a:fld id="{67F45AC6-C491-4585-A584-9CE2AF7D5500}" type="datetime1">
              <a:rPr lang="en-US" smtClean="0"/>
              <a:t>2/8/26</a:t>
            </a:fld>
            <a:endParaRPr lang="en-US"/>
          </a:p>
        </p:txBody>
      </p:sp>
      <p:sp>
        <p:nvSpPr>
          <p:cNvPr id="16" name="Text Placeholder 2">
            <a:extLst>
              <a:ext uri="{FF2B5EF4-FFF2-40B4-BE49-F238E27FC236}">
                <a16:creationId xmlns:a16="http://schemas.microsoft.com/office/drawing/2014/main" id="{AD076ED3-B4CC-4448-9C8D-EE9C8E4EDB9A}"/>
              </a:ext>
            </a:extLst>
          </p:cNvPr>
          <p:cNvSpPr>
            <a:spLocks noGrp="1"/>
          </p:cNvSpPr>
          <p:nvPr>
            <p:ph type="body" sz="quarter" idx="10" hasCustomPrompt="1"/>
          </p:nvPr>
        </p:nvSpPr>
        <p:spPr>
          <a:xfrm>
            <a:off x="912925" y="4473719"/>
            <a:ext cx="5588615" cy="568959"/>
          </a:xfrm>
          <a:prstGeom prst="rect">
            <a:avLst/>
          </a:prstGeom>
        </p:spPr>
        <p:txBody>
          <a:bodyPr vert="horz" wrap="square" lIns="91440" tIns="0" rIns="91440" bIns="0" rtlCol="0" anchor="b" anchorCtr="0">
            <a:noAutofit/>
          </a:bodyPr>
          <a:lstStyle>
            <a:lvl1pPr marL="0" indent="0">
              <a:lnSpc>
                <a:spcPct val="100000"/>
              </a:lnSpc>
              <a:spcBef>
                <a:spcPts val="0"/>
              </a:spcBef>
              <a:spcAft>
                <a:spcPts val="0"/>
              </a:spcAft>
              <a:buNone/>
              <a:defRPr lang="en-US" sz="2133" b="0" i="0" baseline="0" dirty="0" smtClean="0">
                <a:solidFill>
                  <a:schemeClr val="bg1"/>
                </a:solidFill>
                <a:cs typeface="Arial" panose="020B0604020202020204" pitchFamily="34" charset="0"/>
              </a:defRPr>
            </a:lvl1pPr>
            <a:lvl2pPr>
              <a:defRPr lang="en-US" sz="2400" dirty="0" smtClean="0">
                <a:latin typeface="+mn-lt"/>
              </a:defRPr>
            </a:lvl2pPr>
            <a:lvl3pPr>
              <a:defRPr lang="en-US" sz="2400" dirty="0" smtClean="0">
                <a:latin typeface="+mn-lt"/>
              </a:defRPr>
            </a:lvl3pPr>
            <a:lvl4pPr>
              <a:defRPr lang="en-US" sz="2400" dirty="0" smtClean="0">
                <a:latin typeface="+mn-lt"/>
              </a:defRPr>
            </a:lvl4pPr>
            <a:lvl5pPr>
              <a:defRPr lang="en-US" sz="2400" dirty="0">
                <a:latin typeface="+mn-lt"/>
              </a:defRPr>
            </a:lvl5pPr>
          </a:lstStyle>
          <a:p>
            <a:pPr marL="0" lvl="0"/>
            <a:r>
              <a:rPr lang="en-US" dirty="0"/>
              <a:t>Presenter’s Name</a:t>
            </a:r>
          </a:p>
        </p:txBody>
      </p:sp>
      <p:sp>
        <p:nvSpPr>
          <p:cNvPr id="12" name="Title 15">
            <a:extLst>
              <a:ext uri="{FF2B5EF4-FFF2-40B4-BE49-F238E27FC236}">
                <a16:creationId xmlns:a16="http://schemas.microsoft.com/office/drawing/2014/main" id="{B315E655-425B-6342-8FC5-549929A12CE9}"/>
              </a:ext>
            </a:extLst>
          </p:cNvPr>
          <p:cNvSpPr>
            <a:spLocks noGrp="1"/>
          </p:cNvSpPr>
          <p:nvPr>
            <p:ph type="title" hasCustomPrompt="1"/>
          </p:nvPr>
        </p:nvSpPr>
        <p:spPr>
          <a:xfrm>
            <a:off x="893296" y="1503863"/>
            <a:ext cx="6635263" cy="1749284"/>
          </a:xfrm>
        </p:spPr>
        <p:txBody>
          <a:bodyPr anchor="b">
            <a:noAutofit/>
          </a:bodyPr>
          <a:lstStyle>
            <a:lvl1pPr>
              <a:defRPr sz="4800" b="0" i="0" baseline="0">
                <a:solidFill>
                  <a:schemeClr val="bg1"/>
                </a:solidFill>
                <a:latin typeface="+mj-lt"/>
              </a:defRPr>
            </a:lvl1pPr>
          </a:lstStyle>
          <a:p>
            <a:r>
              <a:rPr lang="en-US" dirty="0"/>
              <a:t>Title Here</a:t>
            </a:r>
          </a:p>
        </p:txBody>
      </p:sp>
      <p:sp>
        <p:nvSpPr>
          <p:cNvPr id="18" name="Text Placeholder 3">
            <a:extLst>
              <a:ext uri="{FF2B5EF4-FFF2-40B4-BE49-F238E27FC236}">
                <a16:creationId xmlns:a16="http://schemas.microsoft.com/office/drawing/2014/main" id="{59D8CE0E-5F3B-3149-9E62-C9706A69F83B}"/>
              </a:ext>
            </a:extLst>
          </p:cNvPr>
          <p:cNvSpPr>
            <a:spLocks noGrp="1"/>
          </p:cNvSpPr>
          <p:nvPr>
            <p:ph type="body" sz="quarter" idx="15" hasCustomPrompt="1"/>
          </p:nvPr>
        </p:nvSpPr>
        <p:spPr>
          <a:xfrm>
            <a:off x="898119" y="3368001"/>
            <a:ext cx="6630440" cy="677627"/>
          </a:xfrm>
          <a:prstGeom prst="rect">
            <a:avLst/>
          </a:prstGeom>
        </p:spPr>
        <p:txBody>
          <a:bodyPr>
            <a:noAutofit/>
          </a:bodyPr>
          <a:lstStyle>
            <a:lvl1pPr marL="0" indent="0" algn="l">
              <a:lnSpc>
                <a:spcPct val="100000"/>
              </a:lnSpc>
              <a:buNone/>
              <a:defRPr sz="2133" b="0" i="0">
                <a:solidFill>
                  <a:schemeClr val="bg1"/>
                </a:solidFill>
                <a:latin typeface="Arial" panose="020B0604020202020204" pitchFamily="34" charset="0"/>
                <a:ea typeface="Helvetica Neue" panose="02000503000000020004" pitchFamily="2" charset="0"/>
                <a:cs typeface="Arial" panose="020B0604020202020204" pitchFamily="34" charset="0"/>
              </a:defRPr>
            </a:lvl1pPr>
            <a:lvl2pPr marL="306900" indent="0">
              <a:lnSpc>
                <a:spcPct val="100000"/>
              </a:lnSpc>
              <a:buNone/>
              <a:defRPr i="1">
                <a:latin typeface="+mn-lt"/>
              </a:defRPr>
            </a:lvl2pPr>
            <a:lvl3pPr marL="687881" indent="0">
              <a:lnSpc>
                <a:spcPct val="100000"/>
              </a:lnSpc>
              <a:buNone/>
              <a:defRPr i="1">
                <a:latin typeface="+mn-lt"/>
              </a:defRPr>
            </a:lvl3pPr>
            <a:lvl4pPr marL="1066747" indent="0">
              <a:lnSpc>
                <a:spcPct val="100000"/>
              </a:lnSpc>
              <a:buNone/>
              <a:defRPr i="1">
                <a:latin typeface="+mn-lt"/>
              </a:defRPr>
            </a:lvl4pPr>
            <a:lvl5pPr marL="1447728" indent="0">
              <a:lnSpc>
                <a:spcPct val="100000"/>
              </a:lnSpc>
              <a:buNone/>
              <a:defRPr i="1">
                <a:latin typeface="+mn-lt"/>
              </a:defRPr>
            </a:lvl5pPr>
          </a:lstStyle>
          <a:p>
            <a:pPr lvl="0"/>
            <a:r>
              <a:rPr lang="en-US" dirty="0"/>
              <a:t>Optional Subhead Here</a:t>
            </a:r>
          </a:p>
        </p:txBody>
      </p:sp>
      <p:pic>
        <p:nvPicPr>
          <p:cNvPr id="9" name="Picture 8">
            <a:extLst>
              <a:ext uri="{FF2B5EF4-FFF2-40B4-BE49-F238E27FC236}">
                <a16:creationId xmlns:a16="http://schemas.microsoft.com/office/drawing/2014/main" id="{C7B8961A-B94A-D843-9BDD-2DC2524C1EC4}"/>
              </a:ext>
            </a:extLst>
          </p:cNvPr>
          <p:cNvPicPr>
            <a:picLocks noChangeAspect="1"/>
          </p:cNvPicPr>
          <p:nvPr/>
        </p:nvPicPr>
        <p:blipFill>
          <a:blip r:embed="rId3" cstate="screen">
            <a:extLst>
              <a:ext uri="{28A0092B-C50C-407E-A947-70E740481C1C}">
                <a14:useLocalDpi xmlns:a14="http://schemas.microsoft.com/office/drawing/2010/main"/>
              </a:ext>
            </a:extLst>
          </a:blip>
          <a:srcRect/>
          <a:stretch/>
        </p:blipFill>
        <p:spPr>
          <a:xfrm>
            <a:off x="912920" y="322269"/>
            <a:ext cx="1083733" cy="1083733"/>
          </a:xfrm>
          <a:prstGeom prst="rect">
            <a:avLst/>
          </a:prstGeom>
        </p:spPr>
      </p:pic>
    </p:spTree>
    <p:extLst>
      <p:ext uri="{BB962C8B-B14F-4D97-AF65-F5344CB8AC3E}">
        <p14:creationId xmlns:p14="http://schemas.microsoft.com/office/powerpoint/2010/main" val="1872253374"/>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over – Magenta">
    <p:bg>
      <p:bgRef idx="1001">
        <a:schemeClr val="bg1"/>
      </p:bgRef>
    </p:bg>
    <p:spTree>
      <p:nvGrpSpPr>
        <p:cNvPr id="1" name=""/>
        <p:cNvGrpSpPr/>
        <p:nvPr/>
      </p:nvGrpSpPr>
      <p:grpSpPr>
        <a:xfrm>
          <a:off x="0" y="0"/>
          <a:ext cx="0" cy="0"/>
          <a:chOff x="0" y="0"/>
          <a:chExt cx="0" cy="0"/>
        </a:xfrm>
      </p:grpSpPr>
      <p:pic>
        <p:nvPicPr>
          <p:cNvPr id="3" name="Picture 2"/>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322538" y="322271"/>
            <a:ext cx="11869463" cy="6535731"/>
          </a:xfrm>
          <a:prstGeom prst="rect">
            <a:avLst/>
          </a:prstGeom>
        </p:spPr>
      </p:pic>
      <p:sp>
        <p:nvSpPr>
          <p:cNvPr id="2" name="Rectangle 1"/>
          <p:cNvSpPr/>
          <p:nvPr/>
        </p:nvSpPr>
        <p:spPr bwMode="auto">
          <a:xfrm>
            <a:off x="670561" y="1"/>
            <a:ext cx="7555913" cy="5739619"/>
          </a:xfrm>
          <a:prstGeom prst="rect">
            <a:avLst/>
          </a:prstGeom>
          <a:solidFill>
            <a:schemeClr val="accent6"/>
          </a:solidFill>
          <a:ln w="19050" algn="ctr">
            <a:noFill/>
            <a:miter lim="800000"/>
            <a:headEnd/>
            <a:tailEnd/>
          </a:ln>
        </p:spPr>
        <p:txBody>
          <a:bodyPr wrap="none" rtlCol="0" anchor="ctr"/>
          <a:lstStyle/>
          <a:p>
            <a:pPr algn="ctr">
              <a:lnSpc>
                <a:spcPct val="90000"/>
              </a:lnSpc>
            </a:pPr>
            <a:endParaRPr lang="en-US" sz="2133" b="0" i="0" dirty="0" err="1">
              <a:solidFill>
                <a:schemeClr val="tx1"/>
              </a:solidFill>
              <a:latin typeface="Arial" panose="020B0604020202020204" pitchFamily="34" charset="0"/>
            </a:endParaRPr>
          </a:p>
        </p:txBody>
      </p:sp>
      <p:sp>
        <p:nvSpPr>
          <p:cNvPr id="15" name="Date Placeholder 4">
            <a:extLst>
              <a:ext uri="{FF2B5EF4-FFF2-40B4-BE49-F238E27FC236}">
                <a16:creationId xmlns:a16="http://schemas.microsoft.com/office/drawing/2014/main" id="{8CD1AB83-6DAD-CB4D-8F80-6559296DFFA5}"/>
              </a:ext>
            </a:extLst>
          </p:cNvPr>
          <p:cNvSpPr>
            <a:spLocks noGrp="1"/>
          </p:cNvSpPr>
          <p:nvPr>
            <p:ph type="dt" sz="half" idx="2"/>
          </p:nvPr>
        </p:nvSpPr>
        <p:spPr>
          <a:xfrm>
            <a:off x="915064" y="5159269"/>
            <a:ext cx="2567117" cy="238607"/>
          </a:xfrm>
          <a:prstGeom prst="rect">
            <a:avLst/>
          </a:prstGeom>
        </p:spPr>
        <p:txBody>
          <a:bodyPr vert="horz" wrap="square" lIns="91440" tIns="0" rIns="91440" bIns="0" rtlCol="0" anchor="b" anchorCtr="0">
            <a:noAutofit/>
          </a:bodyPr>
          <a:lstStyle>
            <a:lvl1pPr algn="l">
              <a:defRPr sz="1600" b="0" i="0">
                <a:solidFill>
                  <a:schemeClr val="bg1"/>
                </a:solidFill>
                <a:latin typeface="Arial" panose="020B0604020202020204" pitchFamily="34" charset="0"/>
                <a:cs typeface="Arial" panose="020B0604020202020204" pitchFamily="34" charset="0"/>
              </a:defRPr>
            </a:lvl1pPr>
          </a:lstStyle>
          <a:p>
            <a:fld id="{67F45AC6-C491-4585-A584-9CE2AF7D5500}" type="datetime1">
              <a:rPr lang="en-US" smtClean="0"/>
              <a:t>2/8/26</a:t>
            </a:fld>
            <a:endParaRPr lang="en-US"/>
          </a:p>
        </p:txBody>
      </p:sp>
      <p:sp>
        <p:nvSpPr>
          <p:cNvPr id="16" name="Text Placeholder 2">
            <a:extLst>
              <a:ext uri="{FF2B5EF4-FFF2-40B4-BE49-F238E27FC236}">
                <a16:creationId xmlns:a16="http://schemas.microsoft.com/office/drawing/2014/main" id="{AD076ED3-B4CC-4448-9C8D-EE9C8E4EDB9A}"/>
              </a:ext>
            </a:extLst>
          </p:cNvPr>
          <p:cNvSpPr>
            <a:spLocks noGrp="1"/>
          </p:cNvSpPr>
          <p:nvPr>
            <p:ph type="body" sz="quarter" idx="10" hasCustomPrompt="1"/>
          </p:nvPr>
        </p:nvSpPr>
        <p:spPr>
          <a:xfrm>
            <a:off x="912925" y="4473719"/>
            <a:ext cx="5588615" cy="568959"/>
          </a:xfrm>
          <a:prstGeom prst="rect">
            <a:avLst/>
          </a:prstGeom>
        </p:spPr>
        <p:txBody>
          <a:bodyPr vert="horz" wrap="square" lIns="91440" tIns="0" rIns="91440" bIns="0" rtlCol="0" anchor="b" anchorCtr="0">
            <a:noAutofit/>
          </a:bodyPr>
          <a:lstStyle>
            <a:lvl1pPr marL="0" indent="0">
              <a:lnSpc>
                <a:spcPct val="100000"/>
              </a:lnSpc>
              <a:spcBef>
                <a:spcPts val="0"/>
              </a:spcBef>
              <a:spcAft>
                <a:spcPts val="0"/>
              </a:spcAft>
              <a:buNone/>
              <a:defRPr lang="en-US" sz="2133" b="0" i="0" baseline="0" dirty="0" smtClean="0">
                <a:solidFill>
                  <a:schemeClr val="bg1"/>
                </a:solidFill>
                <a:cs typeface="Arial" panose="020B0604020202020204" pitchFamily="34" charset="0"/>
              </a:defRPr>
            </a:lvl1pPr>
            <a:lvl2pPr>
              <a:defRPr lang="en-US" sz="2400" dirty="0" smtClean="0">
                <a:latin typeface="+mn-lt"/>
              </a:defRPr>
            </a:lvl2pPr>
            <a:lvl3pPr>
              <a:defRPr lang="en-US" sz="2400" dirty="0" smtClean="0">
                <a:latin typeface="+mn-lt"/>
              </a:defRPr>
            </a:lvl3pPr>
            <a:lvl4pPr>
              <a:defRPr lang="en-US" sz="2400" dirty="0" smtClean="0">
                <a:latin typeface="+mn-lt"/>
              </a:defRPr>
            </a:lvl4pPr>
            <a:lvl5pPr>
              <a:defRPr lang="en-US" sz="2400" dirty="0">
                <a:latin typeface="+mn-lt"/>
              </a:defRPr>
            </a:lvl5pPr>
          </a:lstStyle>
          <a:p>
            <a:pPr marL="0" lvl="0"/>
            <a:r>
              <a:rPr lang="en-US" dirty="0"/>
              <a:t>Presenter’s Name</a:t>
            </a:r>
          </a:p>
        </p:txBody>
      </p:sp>
      <p:sp>
        <p:nvSpPr>
          <p:cNvPr id="12" name="Title 15">
            <a:extLst>
              <a:ext uri="{FF2B5EF4-FFF2-40B4-BE49-F238E27FC236}">
                <a16:creationId xmlns:a16="http://schemas.microsoft.com/office/drawing/2014/main" id="{B315E655-425B-6342-8FC5-549929A12CE9}"/>
              </a:ext>
            </a:extLst>
          </p:cNvPr>
          <p:cNvSpPr>
            <a:spLocks noGrp="1"/>
          </p:cNvSpPr>
          <p:nvPr>
            <p:ph type="title" hasCustomPrompt="1"/>
          </p:nvPr>
        </p:nvSpPr>
        <p:spPr>
          <a:xfrm>
            <a:off x="893296" y="1503863"/>
            <a:ext cx="6635263" cy="1749284"/>
          </a:xfrm>
        </p:spPr>
        <p:txBody>
          <a:bodyPr anchor="b">
            <a:noAutofit/>
          </a:bodyPr>
          <a:lstStyle>
            <a:lvl1pPr>
              <a:defRPr sz="4800" b="0" i="0" baseline="0">
                <a:solidFill>
                  <a:schemeClr val="bg1"/>
                </a:solidFill>
                <a:latin typeface="+mj-lt"/>
              </a:defRPr>
            </a:lvl1pPr>
          </a:lstStyle>
          <a:p>
            <a:r>
              <a:rPr lang="en-US" dirty="0"/>
              <a:t>Title Here</a:t>
            </a:r>
          </a:p>
        </p:txBody>
      </p:sp>
      <p:sp>
        <p:nvSpPr>
          <p:cNvPr id="18" name="Text Placeholder 3">
            <a:extLst>
              <a:ext uri="{FF2B5EF4-FFF2-40B4-BE49-F238E27FC236}">
                <a16:creationId xmlns:a16="http://schemas.microsoft.com/office/drawing/2014/main" id="{59D8CE0E-5F3B-3149-9E62-C9706A69F83B}"/>
              </a:ext>
            </a:extLst>
          </p:cNvPr>
          <p:cNvSpPr>
            <a:spLocks noGrp="1"/>
          </p:cNvSpPr>
          <p:nvPr>
            <p:ph type="body" sz="quarter" idx="15" hasCustomPrompt="1"/>
          </p:nvPr>
        </p:nvSpPr>
        <p:spPr>
          <a:xfrm>
            <a:off x="898119" y="3368001"/>
            <a:ext cx="6630440" cy="677627"/>
          </a:xfrm>
          <a:prstGeom prst="rect">
            <a:avLst/>
          </a:prstGeom>
        </p:spPr>
        <p:txBody>
          <a:bodyPr>
            <a:noAutofit/>
          </a:bodyPr>
          <a:lstStyle>
            <a:lvl1pPr marL="0" indent="0" algn="l">
              <a:lnSpc>
                <a:spcPct val="100000"/>
              </a:lnSpc>
              <a:buNone/>
              <a:defRPr sz="2133" b="0" i="0">
                <a:solidFill>
                  <a:schemeClr val="bg1"/>
                </a:solidFill>
                <a:latin typeface="Arial" panose="020B0604020202020204" pitchFamily="34" charset="0"/>
                <a:ea typeface="Helvetica Neue" panose="02000503000000020004" pitchFamily="2" charset="0"/>
                <a:cs typeface="Arial" panose="020B0604020202020204" pitchFamily="34" charset="0"/>
              </a:defRPr>
            </a:lvl1pPr>
            <a:lvl2pPr marL="306900" indent="0">
              <a:lnSpc>
                <a:spcPct val="100000"/>
              </a:lnSpc>
              <a:buNone/>
              <a:defRPr i="1">
                <a:latin typeface="+mn-lt"/>
              </a:defRPr>
            </a:lvl2pPr>
            <a:lvl3pPr marL="687881" indent="0">
              <a:lnSpc>
                <a:spcPct val="100000"/>
              </a:lnSpc>
              <a:buNone/>
              <a:defRPr i="1">
                <a:latin typeface="+mn-lt"/>
              </a:defRPr>
            </a:lvl3pPr>
            <a:lvl4pPr marL="1066747" indent="0">
              <a:lnSpc>
                <a:spcPct val="100000"/>
              </a:lnSpc>
              <a:buNone/>
              <a:defRPr i="1">
                <a:latin typeface="+mn-lt"/>
              </a:defRPr>
            </a:lvl4pPr>
            <a:lvl5pPr marL="1447728" indent="0">
              <a:lnSpc>
                <a:spcPct val="100000"/>
              </a:lnSpc>
              <a:buNone/>
              <a:defRPr i="1">
                <a:latin typeface="+mn-lt"/>
              </a:defRPr>
            </a:lvl5pPr>
          </a:lstStyle>
          <a:p>
            <a:pPr lvl="0"/>
            <a:r>
              <a:rPr lang="en-US" dirty="0"/>
              <a:t>Optional Subhead Here</a:t>
            </a:r>
          </a:p>
        </p:txBody>
      </p:sp>
      <p:pic>
        <p:nvPicPr>
          <p:cNvPr id="9" name="Picture 8">
            <a:extLst>
              <a:ext uri="{FF2B5EF4-FFF2-40B4-BE49-F238E27FC236}">
                <a16:creationId xmlns:a16="http://schemas.microsoft.com/office/drawing/2014/main" id="{C7B8961A-B94A-D843-9BDD-2DC2524C1EC4}"/>
              </a:ext>
            </a:extLst>
          </p:cNvPr>
          <p:cNvPicPr>
            <a:picLocks noChangeAspect="1"/>
          </p:cNvPicPr>
          <p:nvPr/>
        </p:nvPicPr>
        <p:blipFill>
          <a:blip r:embed="rId3" cstate="screen">
            <a:extLst>
              <a:ext uri="{28A0092B-C50C-407E-A947-70E740481C1C}">
                <a14:useLocalDpi xmlns:a14="http://schemas.microsoft.com/office/drawing/2010/main"/>
              </a:ext>
            </a:extLst>
          </a:blip>
          <a:srcRect/>
          <a:stretch/>
        </p:blipFill>
        <p:spPr>
          <a:xfrm>
            <a:off x="912920" y="322269"/>
            <a:ext cx="1083733" cy="1083733"/>
          </a:xfrm>
          <a:prstGeom prst="rect">
            <a:avLst/>
          </a:prstGeom>
        </p:spPr>
      </p:pic>
    </p:spTree>
    <p:extLst>
      <p:ext uri="{BB962C8B-B14F-4D97-AF65-F5344CB8AC3E}">
        <p14:creationId xmlns:p14="http://schemas.microsoft.com/office/powerpoint/2010/main" val="1417053703"/>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over – Navy">
    <p:bg>
      <p:bgRef idx="1001">
        <a:schemeClr val="bg2"/>
      </p:bgRef>
    </p:bg>
    <p:spTree>
      <p:nvGrpSpPr>
        <p:cNvPr id="1" name=""/>
        <p:cNvGrpSpPr/>
        <p:nvPr/>
      </p:nvGrpSpPr>
      <p:grpSpPr>
        <a:xfrm>
          <a:off x="0" y="0"/>
          <a:ext cx="0" cy="0"/>
          <a:chOff x="0" y="0"/>
          <a:chExt cx="0" cy="0"/>
        </a:xfrm>
      </p:grpSpPr>
      <p:sp>
        <p:nvSpPr>
          <p:cNvPr id="2" name="Rectangle 1"/>
          <p:cNvSpPr/>
          <p:nvPr/>
        </p:nvSpPr>
        <p:spPr bwMode="auto">
          <a:xfrm>
            <a:off x="0" y="5515992"/>
            <a:ext cx="12192000" cy="1342008"/>
          </a:xfrm>
          <a:prstGeom prst="rect">
            <a:avLst/>
          </a:prstGeom>
          <a:solidFill>
            <a:schemeClr val="bg1"/>
          </a:solidFill>
          <a:ln w="19050" algn="ctr">
            <a:noFill/>
            <a:miter lim="800000"/>
            <a:headEnd/>
            <a:tailEnd/>
          </a:ln>
        </p:spPr>
        <p:txBody>
          <a:bodyPr wrap="none" rtlCol="0" anchor="ctr"/>
          <a:lstStyle/>
          <a:p>
            <a:pPr algn="ctr">
              <a:lnSpc>
                <a:spcPct val="90000"/>
              </a:lnSpc>
            </a:pPr>
            <a:endParaRPr lang="en-US" sz="2133" b="0" i="0" dirty="0" err="1">
              <a:solidFill>
                <a:schemeClr val="bg1"/>
              </a:solidFill>
              <a:latin typeface="Arial" panose="020B0604020202020204" pitchFamily="34" charset="0"/>
            </a:endParaRPr>
          </a:p>
        </p:txBody>
      </p:sp>
      <p:sp>
        <p:nvSpPr>
          <p:cNvPr id="15" name="Date Placeholder 4"/>
          <p:cNvSpPr>
            <a:spLocks noGrp="1"/>
          </p:cNvSpPr>
          <p:nvPr>
            <p:ph type="dt" sz="half" idx="2"/>
          </p:nvPr>
        </p:nvSpPr>
        <p:spPr>
          <a:xfrm>
            <a:off x="425600" y="6178905"/>
            <a:ext cx="2567117" cy="238607"/>
          </a:xfrm>
          <a:prstGeom prst="rect">
            <a:avLst/>
          </a:prstGeom>
        </p:spPr>
        <p:txBody>
          <a:bodyPr vert="horz" wrap="square" lIns="91440" tIns="0" rIns="91440" bIns="0" rtlCol="0" anchor="b" anchorCtr="0">
            <a:noAutofit/>
          </a:bodyPr>
          <a:lstStyle>
            <a:lvl1pPr algn="l">
              <a:defRPr sz="1600" b="0" i="0">
                <a:solidFill>
                  <a:schemeClr val="tx1"/>
                </a:solidFill>
                <a:latin typeface="Arial" panose="020B0604020202020204" pitchFamily="34" charset="0"/>
                <a:cs typeface="Arial" panose="020B0604020202020204" pitchFamily="34" charset="0"/>
              </a:defRPr>
            </a:lvl1pPr>
          </a:lstStyle>
          <a:p>
            <a:fld id="{67F45AC6-C491-4585-A584-9CE2AF7D5500}" type="datetime1">
              <a:rPr lang="en-US" smtClean="0"/>
              <a:t>2/8/26</a:t>
            </a:fld>
            <a:endParaRPr lang="en-US"/>
          </a:p>
        </p:txBody>
      </p:sp>
      <p:sp>
        <p:nvSpPr>
          <p:cNvPr id="8" name="Text Placeholder 2"/>
          <p:cNvSpPr>
            <a:spLocks noGrp="1"/>
          </p:cNvSpPr>
          <p:nvPr>
            <p:ph type="body" sz="quarter" idx="10" hasCustomPrompt="1"/>
          </p:nvPr>
        </p:nvSpPr>
        <p:spPr>
          <a:xfrm>
            <a:off x="423461" y="5493355"/>
            <a:ext cx="5588615" cy="568959"/>
          </a:xfrm>
          <a:prstGeom prst="rect">
            <a:avLst/>
          </a:prstGeom>
        </p:spPr>
        <p:txBody>
          <a:bodyPr vert="horz" wrap="square" lIns="91440" tIns="0" rIns="91440" bIns="0" rtlCol="0" anchor="b" anchorCtr="0">
            <a:noAutofit/>
          </a:bodyPr>
          <a:lstStyle>
            <a:lvl1pPr marL="0" indent="0">
              <a:lnSpc>
                <a:spcPct val="100000"/>
              </a:lnSpc>
              <a:spcBef>
                <a:spcPts val="0"/>
              </a:spcBef>
              <a:spcAft>
                <a:spcPts val="0"/>
              </a:spcAft>
              <a:buNone/>
              <a:defRPr lang="en-US" sz="2133" b="0" i="0" baseline="0" dirty="0" smtClean="0">
                <a:solidFill>
                  <a:schemeClr val="tx1"/>
                </a:solidFill>
                <a:cs typeface="Arial" panose="020B0604020202020204" pitchFamily="34" charset="0"/>
              </a:defRPr>
            </a:lvl1pPr>
            <a:lvl2pPr>
              <a:defRPr lang="en-US" sz="2400" dirty="0" smtClean="0">
                <a:latin typeface="+mn-lt"/>
              </a:defRPr>
            </a:lvl2pPr>
            <a:lvl3pPr>
              <a:defRPr lang="en-US" sz="2400" dirty="0" smtClean="0">
                <a:latin typeface="+mn-lt"/>
              </a:defRPr>
            </a:lvl3pPr>
            <a:lvl4pPr>
              <a:defRPr lang="en-US" sz="2400" dirty="0" smtClean="0">
                <a:latin typeface="+mn-lt"/>
              </a:defRPr>
            </a:lvl4pPr>
            <a:lvl5pPr>
              <a:defRPr lang="en-US" sz="2400" dirty="0">
                <a:latin typeface="+mn-lt"/>
              </a:defRPr>
            </a:lvl5pPr>
          </a:lstStyle>
          <a:p>
            <a:pPr marL="0" lvl="0"/>
            <a:r>
              <a:rPr lang="en-US" dirty="0"/>
              <a:t>Presenter’s Name</a:t>
            </a:r>
          </a:p>
        </p:txBody>
      </p:sp>
      <p:pic>
        <p:nvPicPr>
          <p:cNvPr id="9" name="Graphic 8">
            <a:extLst>
              <a:ext uri="{FF2B5EF4-FFF2-40B4-BE49-F238E27FC236}">
                <a16:creationId xmlns:a16="http://schemas.microsoft.com/office/drawing/2014/main" id="{E56506E1-BB8B-7045-8D57-C400CDE42A8B}"/>
              </a:ext>
            </a:extLst>
          </p:cNvPr>
          <p:cNvPicPr>
            <a:picLocks noChangeAspect="1"/>
          </p:cNvPicPr>
          <p:nvPr/>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68552" t="35459" r="2030" b="-21848"/>
          <a:stretch/>
        </p:blipFill>
        <p:spPr>
          <a:xfrm rot="5400000">
            <a:off x="3496733" y="-1837265"/>
            <a:ext cx="6858000" cy="10532533"/>
          </a:xfrm>
          <a:prstGeom prst="rect">
            <a:avLst/>
          </a:prstGeom>
        </p:spPr>
      </p:pic>
      <p:pic>
        <p:nvPicPr>
          <p:cNvPr id="11" name="Picture 10">
            <a:extLst>
              <a:ext uri="{FF2B5EF4-FFF2-40B4-BE49-F238E27FC236}">
                <a16:creationId xmlns:a16="http://schemas.microsoft.com/office/drawing/2014/main" id="{AB461EED-DF40-EF49-BA4F-8A8FD2939BAD}"/>
              </a:ext>
            </a:extLst>
          </p:cNvPr>
          <p:cNvPicPr>
            <a:picLocks noChangeAspect="1"/>
          </p:cNvPicPr>
          <p:nvPr/>
        </p:nvPicPr>
        <p:blipFill>
          <a:blip r:embed="rId4" cstate="screen">
            <a:extLst>
              <a:ext uri="{28A0092B-C50C-407E-A947-70E740481C1C}">
                <a14:useLocalDpi xmlns:a14="http://schemas.microsoft.com/office/drawing/2010/main"/>
              </a:ext>
            </a:extLst>
          </a:blip>
          <a:srcRect/>
          <a:stretch/>
        </p:blipFill>
        <p:spPr>
          <a:xfrm>
            <a:off x="447215" y="405152"/>
            <a:ext cx="1303821" cy="1303821"/>
          </a:xfrm>
          <a:prstGeom prst="rect">
            <a:avLst/>
          </a:prstGeom>
        </p:spPr>
      </p:pic>
      <p:sp>
        <p:nvSpPr>
          <p:cNvPr id="10" name="Title 15">
            <a:extLst>
              <a:ext uri="{FF2B5EF4-FFF2-40B4-BE49-F238E27FC236}">
                <a16:creationId xmlns:a16="http://schemas.microsoft.com/office/drawing/2014/main" id="{65B08227-3138-BB41-8E3C-35CA4778CC1D}"/>
              </a:ext>
            </a:extLst>
          </p:cNvPr>
          <p:cNvSpPr>
            <a:spLocks noGrp="1"/>
          </p:cNvSpPr>
          <p:nvPr>
            <p:ph type="title" hasCustomPrompt="1"/>
          </p:nvPr>
        </p:nvSpPr>
        <p:spPr>
          <a:xfrm>
            <a:off x="449951" y="1891791"/>
            <a:ext cx="8583213" cy="1749284"/>
          </a:xfrm>
        </p:spPr>
        <p:txBody>
          <a:bodyPr anchor="b">
            <a:noAutofit/>
          </a:bodyPr>
          <a:lstStyle>
            <a:lvl1pPr>
              <a:defRPr sz="4800" b="0" i="0" baseline="0">
                <a:solidFill>
                  <a:schemeClr val="tx1"/>
                </a:solidFill>
                <a:latin typeface="+mj-lt"/>
              </a:defRPr>
            </a:lvl1pPr>
          </a:lstStyle>
          <a:p>
            <a:r>
              <a:rPr lang="en-US" dirty="0"/>
              <a:t>Title Here</a:t>
            </a:r>
          </a:p>
        </p:txBody>
      </p:sp>
      <p:sp>
        <p:nvSpPr>
          <p:cNvPr id="12" name="Text Placeholder 3">
            <a:extLst>
              <a:ext uri="{FF2B5EF4-FFF2-40B4-BE49-F238E27FC236}">
                <a16:creationId xmlns:a16="http://schemas.microsoft.com/office/drawing/2014/main" id="{E34A4266-EC7F-FD4B-9C3E-81E7A2295184}"/>
              </a:ext>
            </a:extLst>
          </p:cNvPr>
          <p:cNvSpPr>
            <a:spLocks noGrp="1"/>
          </p:cNvSpPr>
          <p:nvPr>
            <p:ph type="body" sz="quarter" idx="15" hasCustomPrompt="1"/>
          </p:nvPr>
        </p:nvSpPr>
        <p:spPr>
          <a:xfrm>
            <a:off x="454775" y="3755929"/>
            <a:ext cx="8576975" cy="677627"/>
          </a:xfrm>
          <a:prstGeom prst="rect">
            <a:avLst/>
          </a:prstGeom>
        </p:spPr>
        <p:txBody>
          <a:bodyPr>
            <a:noAutofit/>
          </a:bodyPr>
          <a:lstStyle>
            <a:lvl1pPr marL="0" indent="0" algn="l">
              <a:lnSpc>
                <a:spcPct val="100000"/>
              </a:lnSpc>
              <a:buNone/>
              <a:defRPr sz="2133" b="0" i="0">
                <a:solidFill>
                  <a:schemeClr val="tx1"/>
                </a:solidFill>
                <a:latin typeface="Arial" panose="020B0604020202020204" pitchFamily="34" charset="0"/>
                <a:ea typeface="Helvetica Neue" panose="02000503000000020004" pitchFamily="2" charset="0"/>
                <a:cs typeface="Arial" panose="020B0604020202020204" pitchFamily="34" charset="0"/>
              </a:defRPr>
            </a:lvl1pPr>
            <a:lvl2pPr marL="306900" indent="0">
              <a:lnSpc>
                <a:spcPct val="100000"/>
              </a:lnSpc>
              <a:buNone/>
              <a:defRPr i="1">
                <a:latin typeface="+mn-lt"/>
              </a:defRPr>
            </a:lvl2pPr>
            <a:lvl3pPr marL="687881" indent="0">
              <a:lnSpc>
                <a:spcPct val="100000"/>
              </a:lnSpc>
              <a:buNone/>
              <a:defRPr i="1">
                <a:latin typeface="+mn-lt"/>
              </a:defRPr>
            </a:lvl3pPr>
            <a:lvl4pPr marL="1066747" indent="0">
              <a:lnSpc>
                <a:spcPct val="100000"/>
              </a:lnSpc>
              <a:buNone/>
              <a:defRPr i="1">
                <a:latin typeface="+mn-lt"/>
              </a:defRPr>
            </a:lvl4pPr>
            <a:lvl5pPr marL="1447728" indent="0">
              <a:lnSpc>
                <a:spcPct val="100000"/>
              </a:lnSpc>
              <a:buNone/>
              <a:defRPr i="1">
                <a:latin typeface="+mn-lt"/>
              </a:defRPr>
            </a:lvl5pPr>
          </a:lstStyle>
          <a:p>
            <a:pPr lvl="0"/>
            <a:r>
              <a:rPr lang="en-US" dirty="0"/>
              <a:t>Optional Subhead here</a:t>
            </a:r>
          </a:p>
        </p:txBody>
      </p:sp>
    </p:spTree>
    <p:extLst>
      <p:ext uri="{BB962C8B-B14F-4D97-AF65-F5344CB8AC3E}">
        <p14:creationId xmlns:p14="http://schemas.microsoft.com/office/powerpoint/2010/main" val="64203067"/>
      </p:ext>
    </p:extLst>
  </p:cSld>
  <p:clrMapOvr>
    <a:overrideClrMapping bg1="dk1" tx1="lt1" bg2="dk2" tx2="lt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1" orient="horz" pos="1620">
          <p15:clr>
            <a:srgbClr val="FBAE40"/>
          </p15:clr>
        </p15:guide>
        <p15:guide id="2" pos="264">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1_Cover – Navy">
    <p:bg>
      <p:bgPr>
        <a:solidFill>
          <a:schemeClr val="accent1"/>
        </a:solidFill>
        <a:effectLst/>
      </p:bgPr>
    </p:bg>
    <p:spTree>
      <p:nvGrpSpPr>
        <p:cNvPr id="1" name=""/>
        <p:cNvGrpSpPr/>
        <p:nvPr/>
      </p:nvGrpSpPr>
      <p:grpSpPr>
        <a:xfrm>
          <a:off x="0" y="0"/>
          <a:ext cx="0" cy="0"/>
          <a:chOff x="0" y="0"/>
          <a:chExt cx="0" cy="0"/>
        </a:xfrm>
      </p:grpSpPr>
      <p:sp>
        <p:nvSpPr>
          <p:cNvPr id="15" name="Date Placeholder 4"/>
          <p:cNvSpPr>
            <a:spLocks noGrp="1"/>
          </p:cNvSpPr>
          <p:nvPr>
            <p:ph type="dt" sz="half" idx="2"/>
          </p:nvPr>
        </p:nvSpPr>
        <p:spPr>
          <a:xfrm>
            <a:off x="425600" y="6178905"/>
            <a:ext cx="2567117" cy="238607"/>
          </a:xfrm>
          <a:prstGeom prst="rect">
            <a:avLst/>
          </a:prstGeom>
        </p:spPr>
        <p:txBody>
          <a:bodyPr vert="horz" wrap="square" lIns="91440" tIns="0" rIns="91440" bIns="0" rtlCol="0" anchor="b" anchorCtr="0">
            <a:noAutofit/>
          </a:bodyPr>
          <a:lstStyle>
            <a:lvl1pPr algn="l">
              <a:defRPr sz="1600" b="0" i="0">
                <a:solidFill>
                  <a:schemeClr val="tx1"/>
                </a:solidFill>
                <a:latin typeface="Arial" panose="020B0604020202020204" pitchFamily="34" charset="0"/>
                <a:cs typeface="Arial" panose="020B0604020202020204" pitchFamily="34" charset="0"/>
              </a:defRPr>
            </a:lvl1pPr>
          </a:lstStyle>
          <a:p>
            <a:fld id="{67F45AC6-C491-4585-A584-9CE2AF7D5500}" type="datetime1">
              <a:rPr lang="en-US" smtClean="0"/>
              <a:t>2/8/26</a:t>
            </a:fld>
            <a:endParaRPr lang="en-US"/>
          </a:p>
        </p:txBody>
      </p:sp>
      <p:sp>
        <p:nvSpPr>
          <p:cNvPr id="8" name="Text Placeholder 2"/>
          <p:cNvSpPr>
            <a:spLocks noGrp="1"/>
          </p:cNvSpPr>
          <p:nvPr>
            <p:ph type="body" sz="quarter" idx="10" hasCustomPrompt="1"/>
          </p:nvPr>
        </p:nvSpPr>
        <p:spPr>
          <a:xfrm>
            <a:off x="423461" y="5493355"/>
            <a:ext cx="5588615" cy="568959"/>
          </a:xfrm>
          <a:prstGeom prst="rect">
            <a:avLst/>
          </a:prstGeom>
        </p:spPr>
        <p:txBody>
          <a:bodyPr vert="horz" wrap="square" lIns="91440" tIns="0" rIns="91440" bIns="0" rtlCol="0" anchor="b" anchorCtr="0">
            <a:noAutofit/>
          </a:bodyPr>
          <a:lstStyle>
            <a:lvl1pPr marL="0" indent="0">
              <a:lnSpc>
                <a:spcPct val="100000"/>
              </a:lnSpc>
              <a:spcBef>
                <a:spcPts val="0"/>
              </a:spcBef>
              <a:spcAft>
                <a:spcPts val="0"/>
              </a:spcAft>
              <a:buNone/>
              <a:defRPr lang="en-US" sz="2133" b="0" i="0" baseline="0" dirty="0" smtClean="0">
                <a:solidFill>
                  <a:schemeClr val="tx1"/>
                </a:solidFill>
                <a:cs typeface="Arial" panose="020B0604020202020204" pitchFamily="34" charset="0"/>
              </a:defRPr>
            </a:lvl1pPr>
            <a:lvl2pPr>
              <a:defRPr lang="en-US" sz="2400" dirty="0" smtClean="0">
                <a:latin typeface="+mn-lt"/>
              </a:defRPr>
            </a:lvl2pPr>
            <a:lvl3pPr>
              <a:defRPr lang="en-US" sz="2400" dirty="0" smtClean="0">
                <a:latin typeface="+mn-lt"/>
              </a:defRPr>
            </a:lvl3pPr>
            <a:lvl4pPr>
              <a:defRPr lang="en-US" sz="2400" dirty="0" smtClean="0">
                <a:latin typeface="+mn-lt"/>
              </a:defRPr>
            </a:lvl4pPr>
            <a:lvl5pPr>
              <a:defRPr lang="en-US" sz="2400" dirty="0">
                <a:latin typeface="+mn-lt"/>
              </a:defRPr>
            </a:lvl5pPr>
          </a:lstStyle>
          <a:p>
            <a:pPr marL="0" lvl="0"/>
            <a:r>
              <a:rPr lang="en-US" dirty="0"/>
              <a:t>Presenter’s Name</a:t>
            </a:r>
          </a:p>
        </p:txBody>
      </p:sp>
      <p:sp>
        <p:nvSpPr>
          <p:cNvPr id="10" name="Title 15">
            <a:extLst>
              <a:ext uri="{FF2B5EF4-FFF2-40B4-BE49-F238E27FC236}">
                <a16:creationId xmlns:a16="http://schemas.microsoft.com/office/drawing/2014/main" id="{65B08227-3138-BB41-8E3C-35CA4778CC1D}"/>
              </a:ext>
            </a:extLst>
          </p:cNvPr>
          <p:cNvSpPr>
            <a:spLocks noGrp="1"/>
          </p:cNvSpPr>
          <p:nvPr>
            <p:ph type="title" hasCustomPrompt="1"/>
          </p:nvPr>
        </p:nvSpPr>
        <p:spPr>
          <a:xfrm>
            <a:off x="449951" y="1891791"/>
            <a:ext cx="8583213" cy="1749284"/>
          </a:xfrm>
        </p:spPr>
        <p:txBody>
          <a:bodyPr anchor="b">
            <a:noAutofit/>
          </a:bodyPr>
          <a:lstStyle>
            <a:lvl1pPr>
              <a:defRPr sz="4800" b="0" i="0" baseline="0">
                <a:solidFill>
                  <a:schemeClr val="tx1"/>
                </a:solidFill>
                <a:latin typeface="+mj-lt"/>
              </a:defRPr>
            </a:lvl1pPr>
          </a:lstStyle>
          <a:p>
            <a:r>
              <a:rPr lang="en-US" dirty="0"/>
              <a:t>Title Here</a:t>
            </a:r>
          </a:p>
        </p:txBody>
      </p:sp>
      <p:sp>
        <p:nvSpPr>
          <p:cNvPr id="12" name="Text Placeholder 3">
            <a:extLst>
              <a:ext uri="{FF2B5EF4-FFF2-40B4-BE49-F238E27FC236}">
                <a16:creationId xmlns:a16="http://schemas.microsoft.com/office/drawing/2014/main" id="{E34A4266-EC7F-FD4B-9C3E-81E7A2295184}"/>
              </a:ext>
            </a:extLst>
          </p:cNvPr>
          <p:cNvSpPr>
            <a:spLocks noGrp="1"/>
          </p:cNvSpPr>
          <p:nvPr>
            <p:ph type="body" sz="quarter" idx="15" hasCustomPrompt="1"/>
          </p:nvPr>
        </p:nvSpPr>
        <p:spPr>
          <a:xfrm>
            <a:off x="454775" y="3755929"/>
            <a:ext cx="8576975" cy="677627"/>
          </a:xfrm>
          <a:prstGeom prst="rect">
            <a:avLst/>
          </a:prstGeom>
        </p:spPr>
        <p:txBody>
          <a:bodyPr>
            <a:noAutofit/>
          </a:bodyPr>
          <a:lstStyle>
            <a:lvl1pPr marL="0" indent="0" algn="l">
              <a:lnSpc>
                <a:spcPct val="100000"/>
              </a:lnSpc>
              <a:buNone/>
              <a:defRPr sz="2133" b="0" i="0">
                <a:solidFill>
                  <a:schemeClr val="tx1"/>
                </a:solidFill>
                <a:latin typeface="Arial" panose="020B0604020202020204" pitchFamily="34" charset="0"/>
                <a:ea typeface="Helvetica Neue" panose="02000503000000020004" pitchFamily="2" charset="0"/>
                <a:cs typeface="Arial" panose="020B0604020202020204" pitchFamily="34" charset="0"/>
              </a:defRPr>
            </a:lvl1pPr>
            <a:lvl2pPr marL="306900" indent="0">
              <a:lnSpc>
                <a:spcPct val="100000"/>
              </a:lnSpc>
              <a:buNone/>
              <a:defRPr i="1">
                <a:latin typeface="+mn-lt"/>
              </a:defRPr>
            </a:lvl2pPr>
            <a:lvl3pPr marL="687881" indent="0">
              <a:lnSpc>
                <a:spcPct val="100000"/>
              </a:lnSpc>
              <a:buNone/>
              <a:defRPr i="1">
                <a:latin typeface="+mn-lt"/>
              </a:defRPr>
            </a:lvl3pPr>
            <a:lvl4pPr marL="1066747" indent="0">
              <a:lnSpc>
                <a:spcPct val="100000"/>
              </a:lnSpc>
              <a:buNone/>
              <a:defRPr i="1">
                <a:latin typeface="+mn-lt"/>
              </a:defRPr>
            </a:lvl4pPr>
            <a:lvl5pPr marL="1447728" indent="0">
              <a:lnSpc>
                <a:spcPct val="100000"/>
              </a:lnSpc>
              <a:buNone/>
              <a:defRPr i="1">
                <a:latin typeface="+mn-lt"/>
              </a:defRPr>
            </a:lvl5pPr>
          </a:lstStyle>
          <a:p>
            <a:pPr lvl="0"/>
            <a:r>
              <a:rPr lang="en-US" dirty="0"/>
              <a:t>Optional Subhead here</a:t>
            </a:r>
          </a:p>
        </p:txBody>
      </p:sp>
      <p:pic>
        <p:nvPicPr>
          <p:cNvPr id="16" name="Graphic 15">
            <a:extLst>
              <a:ext uri="{FF2B5EF4-FFF2-40B4-BE49-F238E27FC236}">
                <a16:creationId xmlns:a16="http://schemas.microsoft.com/office/drawing/2014/main" id="{29BA6BCF-2F1A-8443-A8DC-13CF462899A6}"/>
              </a:ext>
            </a:extLst>
          </p:cNvPr>
          <p:cNvPicPr>
            <a:picLocks noChangeAspect="1"/>
          </p:cNvPicPr>
          <p:nvPr/>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60227" t="19283" r="-18229" b="-22843"/>
          <a:stretch/>
        </p:blipFill>
        <p:spPr>
          <a:xfrm rot="5400000">
            <a:off x="2778845" y="-5024034"/>
            <a:ext cx="13816508" cy="12901355"/>
          </a:xfrm>
          <a:prstGeom prst="rect">
            <a:avLst/>
          </a:prstGeom>
        </p:spPr>
      </p:pic>
      <p:pic>
        <p:nvPicPr>
          <p:cNvPr id="9" name="Picture 8">
            <a:extLst>
              <a:ext uri="{FF2B5EF4-FFF2-40B4-BE49-F238E27FC236}">
                <a16:creationId xmlns:a16="http://schemas.microsoft.com/office/drawing/2014/main" id="{F28021FC-6CE9-D549-BE7A-5D94B0888C23}"/>
              </a:ext>
            </a:extLst>
          </p:cNvPr>
          <p:cNvPicPr>
            <a:picLocks noChangeAspect="1"/>
          </p:cNvPicPr>
          <p:nvPr/>
        </p:nvPicPr>
        <p:blipFill>
          <a:blip r:embed="rId4" cstate="screen">
            <a:extLst>
              <a:ext uri="{28A0092B-C50C-407E-A947-70E740481C1C}">
                <a14:useLocalDpi xmlns:a14="http://schemas.microsoft.com/office/drawing/2010/main"/>
              </a:ext>
            </a:extLst>
          </a:blip>
          <a:srcRect/>
          <a:stretch/>
        </p:blipFill>
        <p:spPr>
          <a:xfrm>
            <a:off x="447215" y="405152"/>
            <a:ext cx="1303821" cy="1303821"/>
          </a:xfrm>
          <a:prstGeom prst="rect">
            <a:avLst/>
          </a:prstGeom>
        </p:spPr>
      </p:pic>
    </p:spTree>
    <p:extLst>
      <p:ext uri="{BB962C8B-B14F-4D97-AF65-F5344CB8AC3E}">
        <p14:creationId xmlns:p14="http://schemas.microsoft.com/office/powerpoint/2010/main" val="59235075"/>
      </p:ext>
    </p:extLst>
  </p:cSld>
  <p:clrMapOvr>
    <a:overrideClrMapping bg1="dk1" tx1="lt1" bg2="dk2" tx2="lt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1" orient="horz" pos="1620">
          <p15:clr>
            <a:srgbClr val="FBAE40"/>
          </p15:clr>
        </p15:guide>
        <p15:guide id="2" pos="264">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3_Cover – Navy">
    <p:bg>
      <p:bgPr>
        <a:solidFill>
          <a:schemeClr val="accent2"/>
        </a:solidFill>
        <a:effectLst/>
      </p:bgPr>
    </p:bg>
    <p:spTree>
      <p:nvGrpSpPr>
        <p:cNvPr id="1" name=""/>
        <p:cNvGrpSpPr/>
        <p:nvPr/>
      </p:nvGrpSpPr>
      <p:grpSpPr>
        <a:xfrm>
          <a:off x="0" y="0"/>
          <a:ext cx="0" cy="0"/>
          <a:chOff x="0" y="0"/>
          <a:chExt cx="0" cy="0"/>
        </a:xfrm>
      </p:grpSpPr>
      <p:sp>
        <p:nvSpPr>
          <p:cNvPr id="15" name="Date Placeholder 4"/>
          <p:cNvSpPr>
            <a:spLocks noGrp="1"/>
          </p:cNvSpPr>
          <p:nvPr>
            <p:ph type="dt" sz="half" idx="2"/>
          </p:nvPr>
        </p:nvSpPr>
        <p:spPr>
          <a:xfrm>
            <a:off x="425600" y="6178905"/>
            <a:ext cx="2567117" cy="238607"/>
          </a:xfrm>
          <a:prstGeom prst="rect">
            <a:avLst/>
          </a:prstGeom>
        </p:spPr>
        <p:txBody>
          <a:bodyPr vert="horz" wrap="square" lIns="91440" tIns="0" rIns="91440" bIns="0" rtlCol="0" anchor="b" anchorCtr="0">
            <a:noAutofit/>
          </a:bodyPr>
          <a:lstStyle>
            <a:lvl1pPr algn="l">
              <a:defRPr sz="1600" b="0" i="0">
                <a:solidFill>
                  <a:schemeClr val="tx1"/>
                </a:solidFill>
                <a:latin typeface="Arial" panose="020B0604020202020204" pitchFamily="34" charset="0"/>
                <a:cs typeface="Arial" panose="020B0604020202020204" pitchFamily="34" charset="0"/>
              </a:defRPr>
            </a:lvl1pPr>
          </a:lstStyle>
          <a:p>
            <a:fld id="{67F45AC6-C491-4585-A584-9CE2AF7D5500}" type="datetime1">
              <a:rPr lang="en-US" smtClean="0"/>
              <a:t>2/8/26</a:t>
            </a:fld>
            <a:endParaRPr lang="en-US"/>
          </a:p>
        </p:txBody>
      </p:sp>
      <p:sp>
        <p:nvSpPr>
          <p:cNvPr id="8" name="Text Placeholder 2"/>
          <p:cNvSpPr>
            <a:spLocks noGrp="1"/>
          </p:cNvSpPr>
          <p:nvPr>
            <p:ph type="body" sz="quarter" idx="10" hasCustomPrompt="1"/>
          </p:nvPr>
        </p:nvSpPr>
        <p:spPr>
          <a:xfrm>
            <a:off x="423461" y="5493355"/>
            <a:ext cx="5588615" cy="568959"/>
          </a:xfrm>
          <a:prstGeom prst="rect">
            <a:avLst/>
          </a:prstGeom>
        </p:spPr>
        <p:txBody>
          <a:bodyPr vert="horz" wrap="square" lIns="91440" tIns="0" rIns="91440" bIns="0" rtlCol="0" anchor="b" anchorCtr="0">
            <a:noAutofit/>
          </a:bodyPr>
          <a:lstStyle>
            <a:lvl1pPr marL="0" indent="0">
              <a:lnSpc>
                <a:spcPct val="100000"/>
              </a:lnSpc>
              <a:spcBef>
                <a:spcPts val="0"/>
              </a:spcBef>
              <a:spcAft>
                <a:spcPts val="0"/>
              </a:spcAft>
              <a:buNone/>
              <a:defRPr lang="en-US" sz="2133" b="0" i="0" baseline="0" dirty="0" smtClean="0">
                <a:solidFill>
                  <a:schemeClr val="tx1"/>
                </a:solidFill>
                <a:cs typeface="Arial" panose="020B0604020202020204" pitchFamily="34" charset="0"/>
              </a:defRPr>
            </a:lvl1pPr>
            <a:lvl2pPr>
              <a:defRPr lang="en-US" sz="2400" dirty="0" smtClean="0">
                <a:latin typeface="+mn-lt"/>
              </a:defRPr>
            </a:lvl2pPr>
            <a:lvl3pPr>
              <a:defRPr lang="en-US" sz="2400" dirty="0" smtClean="0">
                <a:latin typeface="+mn-lt"/>
              </a:defRPr>
            </a:lvl3pPr>
            <a:lvl4pPr>
              <a:defRPr lang="en-US" sz="2400" dirty="0" smtClean="0">
                <a:latin typeface="+mn-lt"/>
              </a:defRPr>
            </a:lvl4pPr>
            <a:lvl5pPr>
              <a:defRPr lang="en-US" sz="2400" dirty="0">
                <a:latin typeface="+mn-lt"/>
              </a:defRPr>
            </a:lvl5pPr>
          </a:lstStyle>
          <a:p>
            <a:pPr marL="0" lvl="0"/>
            <a:r>
              <a:rPr lang="en-US" dirty="0"/>
              <a:t>Presenter’s Name</a:t>
            </a:r>
          </a:p>
        </p:txBody>
      </p:sp>
      <p:sp>
        <p:nvSpPr>
          <p:cNvPr id="10" name="Title 15">
            <a:extLst>
              <a:ext uri="{FF2B5EF4-FFF2-40B4-BE49-F238E27FC236}">
                <a16:creationId xmlns:a16="http://schemas.microsoft.com/office/drawing/2014/main" id="{65B08227-3138-BB41-8E3C-35CA4778CC1D}"/>
              </a:ext>
            </a:extLst>
          </p:cNvPr>
          <p:cNvSpPr>
            <a:spLocks noGrp="1"/>
          </p:cNvSpPr>
          <p:nvPr>
            <p:ph type="title" hasCustomPrompt="1"/>
          </p:nvPr>
        </p:nvSpPr>
        <p:spPr>
          <a:xfrm>
            <a:off x="449951" y="1891791"/>
            <a:ext cx="8583213" cy="1749284"/>
          </a:xfrm>
        </p:spPr>
        <p:txBody>
          <a:bodyPr anchor="b">
            <a:noAutofit/>
          </a:bodyPr>
          <a:lstStyle>
            <a:lvl1pPr>
              <a:defRPr sz="4800" b="0" i="0" baseline="0">
                <a:solidFill>
                  <a:schemeClr val="tx1"/>
                </a:solidFill>
                <a:latin typeface="+mj-lt"/>
              </a:defRPr>
            </a:lvl1pPr>
          </a:lstStyle>
          <a:p>
            <a:r>
              <a:rPr lang="en-US" dirty="0"/>
              <a:t>Title Here</a:t>
            </a:r>
          </a:p>
        </p:txBody>
      </p:sp>
      <p:sp>
        <p:nvSpPr>
          <p:cNvPr id="12" name="Text Placeholder 3">
            <a:extLst>
              <a:ext uri="{FF2B5EF4-FFF2-40B4-BE49-F238E27FC236}">
                <a16:creationId xmlns:a16="http://schemas.microsoft.com/office/drawing/2014/main" id="{E34A4266-EC7F-FD4B-9C3E-81E7A2295184}"/>
              </a:ext>
            </a:extLst>
          </p:cNvPr>
          <p:cNvSpPr>
            <a:spLocks noGrp="1"/>
          </p:cNvSpPr>
          <p:nvPr>
            <p:ph type="body" sz="quarter" idx="15" hasCustomPrompt="1"/>
          </p:nvPr>
        </p:nvSpPr>
        <p:spPr>
          <a:xfrm>
            <a:off x="454775" y="3755929"/>
            <a:ext cx="8576975" cy="677627"/>
          </a:xfrm>
          <a:prstGeom prst="rect">
            <a:avLst/>
          </a:prstGeom>
        </p:spPr>
        <p:txBody>
          <a:bodyPr>
            <a:noAutofit/>
          </a:bodyPr>
          <a:lstStyle>
            <a:lvl1pPr marL="0" indent="0" algn="l">
              <a:lnSpc>
                <a:spcPct val="100000"/>
              </a:lnSpc>
              <a:buNone/>
              <a:defRPr sz="2133" b="0" i="0">
                <a:solidFill>
                  <a:schemeClr val="tx1"/>
                </a:solidFill>
                <a:latin typeface="Arial" panose="020B0604020202020204" pitchFamily="34" charset="0"/>
                <a:ea typeface="Helvetica Neue" panose="02000503000000020004" pitchFamily="2" charset="0"/>
                <a:cs typeface="Arial" panose="020B0604020202020204" pitchFamily="34" charset="0"/>
              </a:defRPr>
            </a:lvl1pPr>
            <a:lvl2pPr marL="306900" indent="0">
              <a:lnSpc>
                <a:spcPct val="100000"/>
              </a:lnSpc>
              <a:buNone/>
              <a:defRPr i="1">
                <a:latin typeface="+mn-lt"/>
              </a:defRPr>
            </a:lvl2pPr>
            <a:lvl3pPr marL="687881" indent="0">
              <a:lnSpc>
                <a:spcPct val="100000"/>
              </a:lnSpc>
              <a:buNone/>
              <a:defRPr i="1">
                <a:latin typeface="+mn-lt"/>
              </a:defRPr>
            </a:lvl3pPr>
            <a:lvl4pPr marL="1066747" indent="0">
              <a:lnSpc>
                <a:spcPct val="100000"/>
              </a:lnSpc>
              <a:buNone/>
              <a:defRPr i="1">
                <a:latin typeface="+mn-lt"/>
              </a:defRPr>
            </a:lvl4pPr>
            <a:lvl5pPr marL="1447728" indent="0">
              <a:lnSpc>
                <a:spcPct val="100000"/>
              </a:lnSpc>
              <a:buNone/>
              <a:defRPr i="1">
                <a:latin typeface="+mn-lt"/>
              </a:defRPr>
            </a:lvl5pPr>
          </a:lstStyle>
          <a:p>
            <a:pPr lvl="0"/>
            <a:r>
              <a:rPr lang="en-US" dirty="0"/>
              <a:t>Optional Subhead here</a:t>
            </a:r>
          </a:p>
        </p:txBody>
      </p:sp>
      <p:pic>
        <p:nvPicPr>
          <p:cNvPr id="13" name="Picture 12" descr="Background pattern&#10;&#10;Description automatically generated">
            <a:extLst>
              <a:ext uri="{FF2B5EF4-FFF2-40B4-BE49-F238E27FC236}">
                <a16:creationId xmlns:a16="http://schemas.microsoft.com/office/drawing/2014/main" id="{8A9B26ED-91EB-374C-A70F-3562EDE10CB7}"/>
              </a:ext>
            </a:extLst>
          </p:cNvPr>
          <p:cNvPicPr>
            <a:picLocks noChangeAspect="1"/>
          </p:cNvPicPr>
          <p:nvPr/>
        </p:nvPicPr>
        <p:blipFill rotWithShape="1">
          <a:blip r:embed="rId2" cstate="screen">
            <a:alphaModFix amt="25000"/>
            <a:extLst>
              <a:ext uri="{28A0092B-C50C-407E-A947-70E740481C1C}">
                <a14:useLocalDpi xmlns:a14="http://schemas.microsoft.com/office/drawing/2010/main"/>
              </a:ext>
            </a:extLst>
          </a:blip>
          <a:srcRect b="-8148"/>
          <a:stretch/>
        </p:blipFill>
        <p:spPr>
          <a:xfrm rot="10800000">
            <a:off x="3217767" y="83425"/>
            <a:ext cx="8974236" cy="2612705"/>
          </a:xfrm>
          <a:prstGeom prst="rect">
            <a:avLst/>
          </a:prstGeom>
        </p:spPr>
      </p:pic>
      <p:pic>
        <p:nvPicPr>
          <p:cNvPr id="9" name="Picture 8">
            <a:extLst>
              <a:ext uri="{FF2B5EF4-FFF2-40B4-BE49-F238E27FC236}">
                <a16:creationId xmlns:a16="http://schemas.microsoft.com/office/drawing/2014/main" id="{F7AD5338-76BD-4C47-9834-F2629B5325E5}"/>
              </a:ext>
            </a:extLst>
          </p:cNvPr>
          <p:cNvPicPr>
            <a:picLocks noChangeAspect="1"/>
          </p:cNvPicPr>
          <p:nvPr/>
        </p:nvPicPr>
        <p:blipFill>
          <a:blip r:embed="rId3" cstate="screen">
            <a:extLst>
              <a:ext uri="{28A0092B-C50C-407E-A947-70E740481C1C}">
                <a14:useLocalDpi xmlns:a14="http://schemas.microsoft.com/office/drawing/2010/main"/>
              </a:ext>
            </a:extLst>
          </a:blip>
          <a:srcRect/>
          <a:stretch/>
        </p:blipFill>
        <p:spPr>
          <a:xfrm>
            <a:off x="447215" y="405152"/>
            <a:ext cx="1303821" cy="1303821"/>
          </a:xfrm>
          <a:prstGeom prst="rect">
            <a:avLst/>
          </a:prstGeom>
        </p:spPr>
      </p:pic>
    </p:spTree>
    <p:extLst>
      <p:ext uri="{BB962C8B-B14F-4D97-AF65-F5344CB8AC3E}">
        <p14:creationId xmlns:p14="http://schemas.microsoft.com/office/powerpoint/2010/main" val="1846183314"/>
      </p:ext>
    </p:extLst>
  </p:cSld>
  <p:clrMapOvr>
    <a:overrideClrMapping bg1="dk1" tx1="lt1" bg2="dk2" tx2="lt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1" orient="horz" pos="1620">
          <p15:clr>
            <a:srgbClr val="FBAE40"/>
          </p15:clr>
        </p15:guide>
        <p15:guide id="2" pos="264">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2_Cover – Navy">
    <p:bg>
      <p:bgPr>
        <a:solidFill>
          <a:schemeClr val="tx2"/>
        </a:solidFill>
        <a:effectLst/>
      </p:bgPr>
    </p:bg>
    <p:spTree>
      <p:nvGrpSpPr>
        <p:cNvPr id="1" name=""/>
        <p:cNvGrpSpPr/>
        <p:nvPr/>
      </p:nvGrpSpPr>
      <p:grpSpPr>
        <a:xfrm>
          <a:off x="0" y="0"/>
          <a:ext cx="0" cy="0"/>
          <a:chOff x="0" y="0"/>
          <a:chExt cx="0" cy="0"/>
        </a:xfrm>
      </p:grpSpPr>
      <p:sp>
        <p:nvSpPr>
          <p:cNvPr id="15" name="Date Placeholder 4"/>
          <p:cNvSpPr>
            <a:spLocks noGrp="1"/>
          </p:cNvSpPr>
          <p:nvPr>
            <p:ph type="dt" sz="half" idx="2"/>
          </p:nvPr>
        </p:nvSpPr>
        <p:spPr>
          <a:xfrm>
            <a:off x="425600" y="6178905"/>
            <a:ext cx="2567117" cy="238607"/>
          </a:xfrm>
          <a:prstGeom prst="rect">
            <a:avLst/>
          </a:prstGeom>
        </p:spPr>
        <p:txBody>
          <a:bodyPr vert="horz" wrap="square" lIns="91440" tIns="0" rIns="91440" bIns="0" rtlCol="0" anchor="b" anchorCtr="0">
            <a:noAutofit/>
          </a:bodyPr>
          <a:lstStyle>
            <a:lvl1pPr algn="l">
              <a:defRPr sz="1600" b="0" i="0">
                <a:solidFill>
                  <a:schemeClr val="bg2"/>
                </a:solidFill>
                <a:latin typeface="Arial" panose="020B0604020202020204" pitchFamily="34" charset="0"/>
                <a:cs typeface="Arial" panose="020B0604020202020204" pitchFamily="34" charset="0"/>
              </a:defRPr>
            </a:lvl1pPr>
          </a:lstStyle>
          <a:p>
            <a:fld id="{67F45AC6-C491-4585-A584-9CE2AF7D5500}" type="datetime1">
              <a:rPr lang="en-US" smtClean="0"/>
              <a:t>2/8/26</a:t>
            </a:fld>
            <a:endParaRPr lang="en-US"/>
          </a:p>
        </p:txBody>
      </p:sp>
      <p:sp>
        <p:nvSpPr>
          <p:cNvPr id="8" name="Text Placeholder 2"/>
          <p:cNvSpPr>
            <a:spLocks noGrp="1"/>
          </p:cNvSpPr>
          <p:nvPr>
            <p:ph type="body" sz="quarter" idx="10" hasCustomPrompt="1"/>
          </p:nvPr>
        </p:nvSpPr>
        <p:spPr>
          <a:xfrm>
            <a:off x="423461" y="5493355"/>
            <a:ext cx="5588615" cy="568959"/>
          </a:xfrm>
          <a:prstGeom prst="rect">
            <a:avLst/>
          </a:prstGeom>
        </p:spPr>
        <p:txBody>
          <a:bodyPr vert="horz" wrap="square" lIns="91440" tIns="0" rIns="91440" bIns="0" rtlCol="0" anchor="b" anchorCtr="0">
            <a:noAutofit/>
          </a:bodyPr>
          <a:lstStyle>
            <a:lvl1pPr marL="0" indent="0">
              <a:lnSpc>
                <a:spcPct val="100000"/>
              </a:lnSpc>
              <a:spcBef>
                <a:spcPts val="0"/>
              </a:spcBef>
              <a:spcAft>
                <a:spcPts val="0"/>
              </a:spcAft>
              <a:buNone/>
              <a:defRPr lang="en-US" sz="2133" b="0" i="0" baseline="0" dirty="0" smtClean="0">
                <a:solidFill>
                  <a:schemeClr val="bg2"/>
                </a:solidFill>
                <a:cs typeface="Arial" panose="020B0604020202020204" pitchFamily="34" charset="0"/>
              </a:defRPr>
            </a:lvl1pPr>
            <a:lvl2pPr>
              <a:defRPr lang="en-US" sz="2400" dirty="0" smtClean="0">
                <a:latin typeface="+mn-lt"/>
              </a:defRPr>
            </a:lvl2pPr>
            <a:lvl3pPr>
              <a:defRPr lang="en-US" sz="2400" dirty="0" smtClean="0">
                <a:latin typeface="+mn-lt"/>
              </a:defRPr>
            </a:lvl3pPr>
            <a:lvl4pPr>
              <a:defRPr lang="en-US" sz="2400" dirty="0" smtClean="0">
                <a:latin typeface="+mn-lt"/>
              </a:defRPr>
            </a:lvl4pPr>
            <a:lvl5pPr>
              <a:defRPr lang="en-US" sz="2400" dirty="0">
                <a:latin typeface="+mn-lt"/>
              </a:defRPr>
            </a:lvl5pPr>
          </a:lstStyle>
          <a:p>
            <a:pPr marL="0" lvl="0"/>
            <a:r>
              <a:rPr lang="en-US" dirty="0"/>
              <a:t>Presenter’s Name</a:t>
            </a:r>
          </a:p>
        </p:txBody>
      </p:sp>
      <p:sp>
        <p:nvSpPr>
          <p:cNvPr id="10" name="Title 15">
            <a:extLst>
              <a:ext uri="{FF2B5EF4-FFF2-40B4-BE49-F238E27FC236}">
                <a16:creationId xmlns:a16="http://schemas.microsoft.com/office/drawing/2014/main" id="{65B08227-3138-BB41-8E3C-35CA4778CC1D}"/>
              </a:ext>
            </a:extLst>
          </p:cNvPr>
          <p:cNvSpPr>
            <a:spLocks noGrp="1"/>
          </p:cNvSpPr>
          <p:nvPr>
            <p:ph type="title" hasCustomPrompt="1"/>
          </p:nvPr>
        </p:nvSpPr>
        <p:spPr>
          <a:xfrm>
            <a:off x="449951" y="1891791"/>
            <a:ext cx="8583213" cy="1749284"/>
          </a:xfrm>
        </p:spPr>
        <p:txBody>
          <a:bodyPr anchor="b">
            <a:noAutofit/>
          </a:bodyPr>
          <a:lstStyle>
            <a:lvl1pPr>
              <a:defRPr sz="4800" b="0" i="0" baseline="0">
                <a:solidFill>
                  <a:schemeClr val="bg2"/>
                </a:solidFill>
                <a:latin typeface="+mj-lt"/>
              </a:defRPr>
            </a:lvl1pPr>
          </a:lstStyle>
          <a:p>
            <a:r>
              <a:rPr lang="en-US" dirty="0"/>
              <a:t>Title Here</a:t>
            </a:r>
          </a:p>
        </p:txBody>
      </p:sp>
      <p:sp>
        <p:nvSpPr>
          <p:cNvPr id="12" name="Text Placeholder 3">
            <a:extLst>
              <a:ext uri="{FF2B5EF4-FFF2-40B4-BE49-F238E27FC236}">
                <a16:creationId xmlns:a16="http://schemas.microsoft.com/office/drawing/2014/main" id="{E34A4266-EC7F-FD4B-9C3E-81E7A2295184}"/>
              </a:ext>
            </a:extLst>
          </p:cNvPr>
          <p:cNvSpPr>
            <a:spLocks noGrp="1"/>
          </p:cNvSpPr>
          <p:nvPr>
            <p:ph type="body" sz="quarter" idx="15" hasCustomPrompt="1"/>
          </p:nvPr>
        </p:nvSpPr>
        <p:spPr>
          <a:xfrm>
            <a:off x="454775" y="3755929"/>
            <a:ext cx="8576975" cy="677627"/>
          </a:xfrm>
          <a:prstGeom prst="rect">
            <a:avLst/>
          </a:prstGeom>
        </p:spPr>
        <p:txBody>
          <a:bodyPr>
            <a:noAutofit/>
          </a:bodyPr>
          <a:lstStyle>
            <a:lvl1pPr marL="0" indent="0" algn="l">
              <a:lnSpc>
                <a:spcPct val="100000"/>
              </a:lnSpc>
              <a:buNone/>
              <a:defRPr sz="2133" b="0" i="0">
                <a:solidFill>
                  <a:schemeClr val="bg2"/>
                </a:solidFill>
                <a:latin typeface="Arial" panose="020B0604020202020204" pitchFamily="34" charset="0"/>
                <a:ea typeface="Helvetica Neue" panose="02000503000000020004" pitchFamily="2" charset="0"/>
                <a:cs typeface="Arial" panose="020B0604020202020204" pitchFamily="34" charset="0"/>
              </a:defRPr>
            </a:lvl1pPr>
            <a:lvl2pPr marL="306900" indent="0">
              <a:lnSpc>
                <a:spcPct val="100000"/>
              </a:lnSpc>
              <a:buNone/>
              <a:defRPr i="1">
                <a:latin typeface="+mn-lt"/>
              </a:defRPr>
            </a:lvl2pPr>
            <a:lvl3pPr marL="687881" indent="0">
              <a:lnSpc>
                <a:spcPct val="100000"/>
              </a:lnSpc>
              <a:buNone/>
              <a:defRPr i="1">
                <a:latin typeface="+mn-lt"/>
              </a:defRPr>
            </a:lvl3pPr>
            <a:lvl4pPr marL="1066747" indent="0">
              <a:lnSpc>
                <a:spcPct val="100000"/>
              </a:lnSpc>
              <a:buNone/>
              <a:defRPr i="1">
                <a:latin typeface="+mn-lt"/>
              </a:defRPr>
            </a:lvl4pPr>
            <a:lvl5pPr marL="1447728" indent="0">
              <a:lnSpc>
                <a:spcPct val="100000"/>
              </a:lnSpc>
              <a:buNone/>
              <a:defRPr i="1">
                <a:latin typeface="+mn-lt"/>
              </a:defRPr>
            </a:lvl5pPr>
          </a:lstStyle>
          <a:p>
            <a:pPr lvl="0"/>
            <a:r>
              <a:rPr lang="en-US" dirty="0"/>
              <a:t>Optional Subhead here</a:t>
            </a:r>
          </a:p>
        </p:txBody>
      </p:sp>
      <p:pic>
        <p:nvPicPr>
          <p:cNvPr id="14" name="Picture 13">
            <a:extLst>
              <a:ext uri="{FF2B5EF4-FFF2-40B4-BE49-F238E27FC236}">
                <a16:creationId xmlns:a16="http://schemas.microsoft.com/office/drawing/2014/main" id="{D478ACD5-01D7-EA49-A1A8-0D5AC50A0B57}"/>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99575" y="407827"/>
            <a:ext cx="1332975" cy="1332612"/>
          </a:xfrm>
          <a:prstGeom prst="rect">
            <a:avLst/>
          </a:prstGeom>
        </p:spPr>
      </p:pic>
      <p:sp>
        <p:nvSpPr>
          <p:cNvPr id="18" name="Freeform 77">
            <a:extLst>
              <a:ext uri="{FF2B5EF4-FFF2-40B4-BE49-F238E27FC236}">
                <a16:creationId xmlns:a16="http://schemas.microsoft.com/office/drawing/2014/main" id="{09D6DA44-3D41-5E45-80B2-97B2B0E76C11}"/>
              </a:ext>
            </a:extLst>
          </p:cNvPr>
          <p:cNvSpPr>
            <a:spLocks/>
          </p:cNvSpPr>
          <p:nvPr/>
        </p:nvSpPr>
        <p:spPr bwMode="auto">
          <a:xfrm>
            <a:off x="11190818" y="6400801"/>
            <a:ext cx="641349" cy="308099"/>
          </a:xfrm>
          <a:custGeom>
            <a:avLst/>
            <a:gdLst>
              <a:gd name="T0" fmla="*/ 350 w 350"/>
              <a:gd name="T1" fmla="*/ 52 h 168"/>
              <a:gd name="T2" fmla="*/ 270 w 350"/>
              <a:gd name="T3" fmla="*/ 130 h 168"/>
              <a:gd name="T4" fmla="*/ 240 w 350"/>
              <a:gd name="T5" fmla="*/ 100 h 168"/>
              <a:gd name="T6" fmla="*/ 205 w 350"/>
              <a:gd name="T7" fmla="*/ 91 h 168"/>
              <a:gd name="T8" fmla="*/ 201 w 350"/>
              <a:gd name="T9" fmla="*/ 86 h 168"/>
              <a:gd name="T10" fmla="*/ 200 w 350"/>
              <a:gd name="T11" fmla="*/ 82 h 168"/>
              <a:gd name="T12" fmla="*/ 203 w 350"/>
              <a:gd name="T13" fmla="*/ 73 h 168"/>
              <a:gd name="T14" fmla="*/ 203 w 350"/>
              <a:gd name="T15" fmla="*/ 73 h 168"/>
              <a:gd name="T16" fmla="*/ 205 w 350"/>
              <a:gd name="T17" fmla="*/ 72 h 168"/>
              <a:gd name="T18" fmla="*/ 234 w 350"/>
              <a:gd name="T19" fmla="*/ 71 h 168"/>
              <a:gd name="T20" fmla="*/ 266 w 350"/>
              <a:gd name="T21" fmla="*/ 85 h 168"/>
              <a:gd name="T22" fmla="*/ 222 w 350"/>
              <a:gd name="T23" fmla="*/ 48 h 168"/>
              <a:gd name="T24" fmla="*/ 179 w 350"/>
              <a:gd name="T25" fmla="*/ 73 h 168"/>
              <a:gd name="T26" fmla="*/ 178 w 350"/>
              <a:gd name="T27" fmla="*/ 76 h 168"/>
              <a:gd name="T28" fmla="*/ 122 w 350"/>
              <a:gd name="T29" fmla="*/ 60 h 168"/>
              <a:gd name="T30" fmla="*/ 178 w 350"/>
              <a:gd name="T31" fmla="*/ 41 h 168"/>
              <a:gd name="T32" fmla="*/ 153 w 350"/>
              <a:gd name="T33" fmla="*/ 0 h 168"/>
              <a:gd name="T34" fmla="*/ 97 w 350"/>
              <a:gd name="T35" fmla="*/ 2 h 168"/>
              <a:gd name="T36" fmla="*/ 72 w 350"/>
              <a:gd name="T37" fmla="*/ 73 h 168"/>
              <a:gd name="T38" fmla="*/ 25 w 350"/>
              <a:gd name="T39" fmla="*/ 73 h 168"/>
              <a:gd name="T40" fmla="*/ 0 w 350"/>
              <a:gd name="T41" fmla="*/ 2 h 168"/>
              <a:gd name="T42" fmla="*/ 48 w 350"/>
              <a:gd name="T43" fmla="*/ 119 h 168"/>
              <a:gd name="T44" fmla="*/ 97 w 350"/>
              <a:gd name="T45" fmla="*/ 64 h 168"/>
              <a:gd name="T46" fmla="*/ 187 w 350"/>
              <a:gd name="T47" fmla="*/ 107 h 168"/>
              <a:gd name="T48" fmla="*/ 214 w 350"/>
              <a:gd name="T49" fmla="*/ 117 h 168"/>
              <a:gd name="T50" fmla="*/ 242 w 350"/>
              <a:gd name="T51" fmla="*/ 125 h 168"/>
              <a:gd name="T52" fmla="*/ 237 w 350"/>
              <a:gd name="T53" fmla="*/ 147 h 168"/>
              <a:gd name="T54" fmla="*/ 203 w 350"/>
              <a:gd name="T55" fmla="*/ 141 h 168"/>
              <a:gd name="T56" fmla="*/ 176 w 350"/>
              <a:gd name="T57" fmla="*/ 130 h 168"/>
              <a:gd name="T58" fmla="*/ 224 w 350"/>
              <a:gd name="T59" fmla="*/ 168 h 168"/>
              <a:gd name="T60" fmla="*/ 270 w 350"/>
              <a:gd name="T61" fmla="*/ 134 h 168"/>
              <a:gd name="T62" fmla="*/ 295 w 350"/>
              <a:gd name="T63" fmla="*/ 166 h 168"/>
              <a:gd name="T64" fmla="*/ 343 w 350"/>
              <a:gd name="T65" fmla="*/ 119 h 168"/>
              <a:gd name="T66" fmla="*/ 295 w 350"/>
              <a:gd name="T67" fmla="*/ 99 h 168"/>
              <a:gd name="T68" fmla="*/ 350 w 350"/>
              <a:gd name="T69" fmla="*/ 73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50" h="168">
                <a:moveTo>
                  <a:pt x="350" y="73"/>
                </a:moveTo>
                <a:cubicBezTo>
                  <a:pt x="350" y="52"/>
                  <a:pt x="350" y="52"/>
                  <a:pt x="350" y="52"/>
                </a:cubicBezTo>
                <a:cubicBezTo>
                  <a:pt x="270" y="52"/>
                  <a:pt x="270" y="52"/>
                  <a:pt x="270" y="52"/>
                </a:cubicBezTo>
                <a:cubicBezTo>
                  <a:pt x="270" y="130"/>
                  <a:pt x="270" y="130"/>
                  <a:pt x="270" y="130"/>
                </a:cubicBezTo>
                <a:cubicBezTo>
                  <a:pt x="269" y="121"/>
                  <a:pt x="266" y="114"/>
                  <a:pt x="260" y="109"/>
                </a:cubicBezTo>
                <a:cubicBezTo>
                  <a:pt x="255" y="105"/>
                  <a:pt x="249" y="102"/>
                  <a:pt x="240" y="100"/>
                </a:cubicBezTo>
                <a:cubicBezTo>
                  <a:pt x="220" y="96"/>
                  <a:pt x="220" y="96"/>
                  <a:pt x="220" y="96"/>
                </a:cubicBezTo>
                <a:cubicBezTo>
                  <a:pt x="213" y="94"/>
                  <a:pt x="208" y="92"/>
                  <a:pt x="205" y="91"/>
                </a:cubicBezTo>
                <a:cubicBezTo>
                  <a:pt x="203" y="90"/>
                  <a:pt x="201" y="88"/>
                  <a:pt x="201" y="86"/>
                </a:cubicBezTo>
                <a:cubicBezTo>
                  <a:pt x="201" y="86"/>
                  <a:pt x="201" y="86"/>
                  <a:pt x="201" y="86"/>
                </a:cubicBezTo>
                <a:cubicBezTo>
                  <a:pt x="201" y="86"/>
                  <a:pt x="201" y="86"/>
                  <a:pt x="201" y="86"/>
                </a:cubicBezTo>
                <a:cubicBezTo>
                  <a:pt x="200" y="85"/>
                  <a:pt x="200" y="83"/>
                  <a:pt x="200" y="82"/>
                </a:cubicBezTo>
                <a:cubicBezTo>
                  <a:pt x="200" y="78"/>
                  <a:pt x="201" y="75"/>
                  <a:pt x="203" y="73"/>
                </a:cubicBezTo>
                <a:cubicBezTo>
                  <a:pt x="203" y="73"/>
                  <a:pt x="203" y="73"/>
                  <a:pt x="203" y="73"/>
                </a:cubicBezTo>
                <a:cubicBezTo>
                  <a:pt x="203" y="73"/>
                  <a:pt x="203" y="73"/>
                  <a:pt x="203" y="73"/>
                </a:cubicBezTo>
                <a:cubicBezTo>
                  <a:pt x="203" y="73"/>
                  <a:pt x="203" y="73"/>
                  <a:pt x="203" y="73"/>
                </a:cubicBezTo>
                <a:cubicBezTo>
                  <a:pt x="203" y="73"/>
                  <a:pt x="203" y="73"/>
                  <a:pt x="203" y="73"/>
                </a:cubicBezTo>
                <a:cubicBezTo>
                  <a:pt x="204" y="72"/>
                  <a:pt x="205" y="72"/>
                  <a:pt x="205" y="72"/>
                </a:cubicBezTo>
                <a:cubicBezTo>
                  <a:pt x="209" y="69"/>
                  <a:pt x="214" y="68"/>
                  <a:pt x="220" y="68"/>
                </a:cubicBezTo>
                <a:cubicBezTo>
                  <a:pt x="226" y="68"/>
                  <a:pt x="231" y="69"/>
                  <a:pt x="234" y="71"/>
                </a:cubicBezTo>
                <a:cubicBezTo>
                  <a:pt x="240" y="74"/>
                  <a:pt x="243" y="78"/>
                  <a:pt x="243" y="85"/>
                </a:cubicBezTo>
                <a:cubicBezTo>
                  <a:pt x="266" y="85"/>
                  <a:pt x="266" y="85"/>
                  <a:pt x="266" y="85"/>
                </a:cubicBezTo>
                <a:cubicBezTo>
                  <a:pt x="266" y="73"/>
                  <a:pt x="261" y="64"/>
                  <a:pt x="253" y="58"/>
                </a:cubicBezTo>
                <a:cubicBezTo>
                  <a:pt x="244" y="51"/>
                  <a:pt x="234" y="48"/>
                  <a:pt x="222" y="48"/>
                </a:cubicBezTo>
                <a:cubicBezTo>
                  <a:pt x="207" y="48"/>
                  <a:pt x="196" y="52"/>
                  <a:pt x="189" y="58"/>
                </a:cubicBezTo>
                <a:cubicBezTo>
                  <a:pt x="184" y="62"/>
                  <a:pt x="181" y="67"/>
                  <a:pt x="179" y="73"/>
                </a:cubicBezTo>
                <a:cubicBezTo>
                  <a:pt x="179" y="73"/>
                  <a:pt x="179" y="73"/>
                  <a:pt x="179" y="73"/>
                </a:cubicBezTo>
                <a:cubicBezTo>
                  <a:pt x="179" y="74"/>
                  <a:pt x="179" y="75"/>
                  <a:pt x="178" y="76"/>
                </a:cubicBezTo>
                <a:cubicBezTo>
                  <a:pt x="176" y="89"/>
                  <a:pt x="167" y="98"/>
                  <a:pt x="153" y="98"/>
                </a:cubicBezTo>
                <a:cubicBezTo>
                  <a:pt x="131" y="98"/>
                  <a:pt x="122" y="79"/>
                  <a:pt x="122" y="60"/>
                </a:cubicBezTo>
                <a:cubicBezTo>
                  <a:pt x="122" y="40"/>
                  <a:pt x="131" y="21"/>
                  <a:pt x="153" y="21"/>
                </a:cubicBezTo>
                <a:cubicBezTo>
                  <a:pt x="166" y="21"/>
                  <a:pt x="176" y="29"/>
                  <a:pt x="178" y="41"/>
                </a:cubicBezTo>
                <a:cubicBezTo>
                  <a:pt x="202" y="41"/>
                  <a:pt x="202" y="41"/>
                  <a:pt x="202" y="41"/>
                </a:cubicBezTo>
                <a:cubicBezTo>
                  <a:pt x="199" y="14"/>
                  <a:pt x="178" y="0"/>
                  <a:pt x="153" y="0"/>
                </a:cubicBezTo>
                <a:cubicBezTo>
                  <a:pt x="119" y="0"/>
                  <a:pt x="99" y="24"/>
                  <a:pt x="97" y="55"/>
                </a:cubicBezTo>
                <a:cubicBezTo>
                  <a:pt x="97" y="2"/>
                  <a:pt x="97" y="2"/>
                  <a:pt x="97" y="2"/>
                </a:cubicBezTo>
                <a:cubicBezTo>
                  <a:pt x="72" y="2"/>
                  <a:pt x="72" y="2"/>
                  <a:pt x="72" y="2"/>
                </a:cubicBezTo>
                <a:cubicBezTo>
                  <a:pt x="72" y="73"/>
                  <a:pt x="72" y="73"/>
                  <a:pt x="72" y="73"/>
                </a:cubicBezTo>
                <a:cubicBezTo>
                  <a:pt x="72" y="90"/>
                  <a:pt x="66" y="98"/>
                  <a:pt x="48" y="98"/>
                </a:cubicBezTo>
                <a:cubicBezTo>
                  <a:pt x="28" y="98"/>
                  <a:pt x="25" y="86"/>
                  <a:pt x="25" y="73"/>
                </a:cubicBezTo>
                <a:cubicBezTo>
                  <a:pt x="25" y="2"/>
                  <a:pt x="25" y="2"/>
                  <a:pt x="25" y="2"/>
                </a:cubicBezTo>
                <a:cubicBezTo>
                  <a:pt x="0" y="2"/>
                  <a:pt x="0" y="2"/>
                  <a:pt x="0" y="2"/>
                </a:cubicBezTo>
                <a:cubicBezTo>
                  <a:pt x="0" y="73"/>
                  <a:pt x="0" y="73"/>
                  <a:pt x="0" y="73"/>
                </a:cubicBezTo>
                <a:cubicBezTo>
                  <a:pt x="0" y="104"/>
                  <a:pt x="18" y="119"/>
                  <a:pt x="48" y="119"/>
                </a:cubicBezTo>
                <a:cubicBezTo>
                  <a:pt x="79" y="119"/>
                  <a:pt x="97" y="104"/>
                  <a:pt x="97" y="73"/>
                </a:cubicBezTo>
                <a:cubicBezTo>
                  <a:pt x="97" y="64"/>
                  <a:pt x="97" y="64"/>
                  <a:pt x="97" y="64"/>
                </a:cubicBezTo>
                <a:cubicBezTo>
                  <a:pt x="99" y="95"/>
                  <a:pt x="119" y="119"/>
                  <a:pt x="153" y="119"/>
                </a:cubicBezTo>
                <a:cubicBezTo>
                  <a:pt x="167" y="119"/>
                  <a:pt x="179" y="115"/>
                  <a:pt x="187" y="107"/>
                </a:cubicBezTo>
                <a:cubicBezTo>
                  <a:pt x="188" y="107"/>
                  <a:pt x="189" y="108"/>
                  <a:pt x="189" y="108"/>
                </a:cubicBezTo>
                <a:cubicBezTo>
                  <a:pt x="194" y="111"/>
                  <a:pt x="202" y="114"/>
                  <a:pt x="214" y="117"/>
                </a:cubicBezTo>
                <a:cubicBezTo>
                  <a:pt x="226" y="119"/>
                  <a:pt x="226" y="119"/>
                  <a:pt x="226" y="119"/>
                </a:cubicBezTo>
                <a:cubicBezTo>
                  <a:pt x="234" y="121"/>
                  <a:pt x="239" y="123"/>
                  <a:pt x="242" y="125"/>
                </a:cubicBezTo>
                <a:cubicBezTo>
                  <a:pt x="245" y="127"/>
                  <a:pt x="247" y="130"/>
                  <a:pt x="247" y="133"/>
                </a:cubicBezTo>
                <a:cubicBezTo>
                  <a:pt x="247" y="140"/>
                  <a:pt x="244" y="144"/>
                  <a:pt x="237" y="147"/>
                </a:cubicBezTo>
                <a:cubicBezTo>
                  <a:pt x="233" y="148"/>
                  <a:pt x="229" y="148"/>
                  <a:pt x="223" y="148"/>
                </a:cubicBezTo>
                <a:cubicBezTo>
                  <a:pt x="213" y="148"/>
                  <a:pt x="207" y="146"/>
                  <a:pt x="203" y="141"/>
                </a:cubicBezTo>
                <a:cubicBezTo>
                  <a:pt x="201" y="139"/>
                  <a:pt x="199" y="135"/>
                  <a:pt x="198" y="130"/>
                </a:cubicBezTo>
                <a:cubicBezTo>
                  <a:pt x="176" y="130"/>
                  <a:pt x="176" y="130"/>
                  <a:pt x="176" y="130"/>
                </a:cubicBezTo>
                <a:cubicBezTo>
                  <a:pt x="176" y="142"/>
                  <a:pt x="180" y="151"/>
                  <a:pt x="189" y="158"/>
                </a:cubicBezTo>
                <a:cubicBezTo>
                  <a:pt x="197" y="164"/>
                  <a:pt x="209" y="168"/>
                  <a:pt x="224" y="168"/>
                </a:cubicBezTo>
                <a:cubicBezTo>
                  <a:pt x="239" y="168"/>
                  <a:pt x="250" y="164"/>
                  <a:pt x="258" y="158"/>
                </a:cubicBezTo>
                <a:cubicBezTo>
                  <a:pt x="265" y="151"/>
                  <a:pt x="269" y="143"/>
                  <a:pt x="270" y="134"/>
                </a:cubicBezTo>
                <a:cubicBezTo>
                  <a:pt x="270" y="166"/>
                  <a:pt x="270" y="166"/>
                  <a:pt x="270" y="166"/>
                </a:cubicBezTo>
                <a:cubicBezTo>
                  <a:pt x="295" y="166"/>
                  <a:pt x="295" y="166"/>
                  <a:pt x="295" y="166"/>
                </a:cubicBezTo>
                <a:cubicBezTo>
                  <a:pt x="295" y="119"/>
                  <a:pt x="295" y="119"/>
                  <a:pt x="295" y="119"/>
                </a:cubicBezTo>
                <a:cubicBezTo>
                  <a:pt x="343" y="119"/>
                  <a:pt x="343" y="119"/>
                  <a:pt x="343" y="119"/>
                </a:cubicBezTo>
                <a:cubicBezTo>
                  <a:pt x="343" y="99"/>
                  <a:pt x="343" y="99"/>
                  <a:pt x="343" y="99"/>
                </a:cubicBezTo>
                <a:cubicBezTo>
                  <a:pt x="295" y="99"/>
                  <a:pt x="295" y="99"/>
                  <a:pt x="295" y="99"/>
                </a:cubicBezTo>
                <a:cubicBezTo>
                  <a:pt x="295" y="73"/>
                  <a:pt x="295" y="73"/>
                  <a:pt x="295" y="73"/>
                </a:cubicBezTo>
                <a:lnTo>
                  <a:pt x="350" y="73"/>
                </a:lnTo>
                <a:close/>
              </a:path>
            </a:pathLst>
          </a:custGeom>
          <a:solidFill>
            <a:schemeClr val="bg2"/>
          </a:solidFill>
          <a:ln>
            <a:noFill/>
          </a:ln>
        </p:spPr>
        <p:txBody>
          <a:bodyPr vert="horz" wrap="square" lIns="121920" tIns="60960" rIns="121920" bIns="60960" numCol="1" anchor="t" anchorCtr="0" compatLnSpc="1">
            <a:prstTxWarp prst="textNoShape">
              <a:avLst/>
            </a:prstTxWarp>
          </a:bodyPr>
          <a:lstStyle/>
          <a:p>
            <a:endParaRPr lang="en-US" sz="2400" b="0" i="0" dirty="0">
              <a:latin typeface="Arial" panose="020B0604020202020204" pitchFamily="34" charset="0"/>
              <a:ea typeface="Helvetica Neue" panose="02000503000000020004" pitchFamily="2" charset="0"/>
              <a:cs typeface="Arial" panose="020B0604020202020204" pitchFamily="34" charset="0"/>
            </a:endParaRPr>
          </a:p>
        </p:txBody>
      </p:sp>
      <p:pic>
        <p:nvPicPr>
          <p:cNvPr id="2" name="Picture 1">
            <a:extLst>
              <a:ext uri="{FF2B5EF4-FFF2-40B4-BE49-F238E27FC236}">
                <a16:creationId xmlns:a16="http://schemas.microsoft.com/office/drawing/2014/main" id="{504723CD-1F5B-804C-A079-FE3D1017AF2B}"/>
              </a:ext>
            </a:extLst>
          </p:cNvPr>
          <p:cNvPicPr>
            <a:picLocks noChangeAspect="1"/>
          </p:cNvPicPr>
          <p:nvPr/>
        </p:nvPicPr>
        <p:blipFill rotWithShape="1">
          <a:blip r:embed="rId3" cstate="screen">
            <a:alphaModFix amt="45000"/>
            <a:extLst>
              <a:ext uri="{28A0092B-C50C-407E-A947-70E740481C1C}">
                <a14:useLocalDpi xmlns:a14="http://schemas.microsoft.com/office/drawing/2010/main"/>
              </a:ext>
            </a:extLst>
          </a:blip>
          <a:srcRect r="32084"/>
          <a:stretch/>
        </p:blipFill>
        <p:spPr>
          <a:xfrm>
            <a:off x="2992717" y="244782"/>
            <a:ext cx="9199283" cy="2249132"/>
          </a:xfrm>
          <a:prstGeom prst="rect">
            <a:avLst/>
          </a:prstGeom>
        </p:spPr>
      </p:pic>
    </p:spTree>
    <p:extLst>
      <p:ext uri="{BB962C8B-B14F-4D97-AF65-F5344CB8AC3E}">
        <p14:creationId xmlns:p14="http://schemas.microsoft.com/office/powerpoint/2010/main" val="3666475146"/>
      </p:ext>
    </p:extLst>
  </p:cSld>
  <p:clrMapOvr>
    <a:overrideClrMapping bg1="dk1" tx1="lt1" bg2="dk2" tx2="lt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1" orient="horz" pos="1620">
          <p15:clr>
            <a:srgbClr val="FBAE40"/>
          </p15:clr>
        </p15:guide>
        <p15:guide id="2" pos="264">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Bullet Slide-Navy">
    <p:bg>
      <p:bgRef idx="1001">
        <a:schemeClr val="bg2"/>
      </p:bgRef>
    </p:bg>
    <p:spTree>
      <p:nvGrpSpPr>
        <p:cNvPr id="1" name=""/>
        <p:cNvGrpSpPr/>
        <p:nvPr/>
      </p:nvGrpSpPr>
      <p:grpSpPr>
        <a:xfrm>
          <a:off x="0" y="0"/>
          <a:ext cx="0" cy="0"/>
          <a:chOff x="0" y="0"/>
          <a:chExt cx="0" cy="0"/>
        </a:xfrm>
      </p:grpSpPr>
      <p:sp>
        <p:nvSpPr>
          <p:cNvPr id="10" name="Footer Placeholder 9"/>
          <p:cNvSpPr>
            <a:spLocks noGrp="1"/>
          </p:cNvSpPr>
          <p:nvPr>
            <p:ph type="ftr" sz="quarter" idx="12"/>
          </p:nvPr>
        </p:nvSpPr>
        <p:spPr/>
        <p:txBody>
          <a:bodyPr/>
          <a:lstStyle>
            <a:lvl1pPr>
              <a:defRPr b="0" i="0"/>
            </a:lvl1pPr>
          </a:lstStyle>
          <a:p>
            <a:endParaRPr lang="en-US" dirty="0"/>
          </a:p>
        </p:txBody>
      </p:sp>
      <p:sp>
        <p:nvSpPr>
          <p:cNvPr id="14" name="Slide Number Placeholder 13"/>
          <p:cNvSpPr>
            <a:spLocks noGrp="1"/>
          </p:cNvSpPr>
          <p:nvPr>
            <p:ph type="sldNum" sz="quarter" idx="13"/>
          </p:nvPr>
        </p:nvSpPr>
        <p:spPr/>
        <p:txBody>
          <a:bodyPr/>
          <a:lstStyle>
            <a:lvl1pPr>
              <a:defRPr b="0" i="0"/>
            </a:lvl1pPr>
          </a:lstStyle>
          <a:p>
            <a:fld id="{CC057153-B650-4DEB-B370-79DDCFDCE934}" type="slidenum">
              <a:rPr lang="en-US" smtClean="0"/>
              <a:t>‹#›</a:t>
            </a:fld>
            <a:endParaRPr lang="en-US"/>
          </a:p>
        </p:txBody>
      </p:sp>
      <p:sp>
        <p:nvSpPr>
          <p:cNvPr id="16" name="Title 15"/>
          <p:cNvSpPr>
            <a:spLocks noGrp="1"/>
          </p:cNvSpPr>
          <p:nvPr>
            <p:ph type="title" hasCustomPrompt="1"/>
          </p:nvPr>
        </p:nvSpPr>
        <p:spPr>
          <a:xfrm>
            <a:off x="604780" y="425002"/>
            <a:ext cx="10898107" cy="611449"/>
          </a:xfrm>
          <a:prstGeom prst="rect">
            <a:avLst/>
          </a:prstGeom>
        </p:spPr>
        <p:txBody>
          <a:bodyPr anchor="b">
            <a:noAutofit/>
          </a:bodyPr>
          <a:lstStyle>
            <a:lvl1pPr>
              <a:defRPr sz="4800" b="0" i="0">
                <a:latin typeface="Garamond" panose="02020404030301010803" pitchFamily="18" charset="0"/>
                <a:ea typeface="Helvetica Neue" panose="02000503000000020004" pitchFamily="2" charset="0"/>
                <a:cs typeface="Arial" panose="020B0604020202020204" pitchFamily="34" charset="0"/>
              </a:defRPr>
            </a:lvl1pPr>
          </a:lstStyle>
          <a:p>
            <a:r>
              <a:rPr lang="en-US" dirty="0"/>
              <a:t>Slide Title Here</a:t>
            </a:r>
          </a:p>
        </p:txBody>
      </p:sp>
      <p:sp>
        <p:nvSpPr>
          <p:cNvPr id="4" name="Text Placeholder 3"/>
          <p:cNvSpPr>
            <a:spLocks noGrp="1"/>
          </p:cNvSpPr>
          <p:nvPr>
            <p:ph type="body" sz="quarter" idx="15" hasCustomPrompt="1"/>
          </p:nvPr>
        </p:nvSpPr>
        <p:spPr>
          <a:xfrm>
            <a:off x="609603" y="927655"/>
            <a:ext cx="10893285" cy="477079"/>
          </a:xfrm>
          <a:prstGeom prst="rect">
            <a:avLst/>
          </a:prstGeom>
        </p:spPr>
        <p:txBody>
          <a:bodyPr>
            <a:noAutofit/>
          </a:bodyPr>
          <a:lstStyle>
            <a:lvl1pPr marL="0" indent="0">
              <a:lnSpc>
                <a:spcPct val="100000"/>
              </a:lnSpc>
              <a:buNone/>
              <a:defRPr sz="2400" b="0" i="0">
                <a:latin typeface="Arial" panose="020B0604020202020204" pitchFamily="34" charset="0"/>
              </a:defRPr>
            </a:lvl1pPr>
            <a:lvl2pPr marL="306900" indent="0">
              <a:lnSpc>
                <a:spcPct val="100000"/>
              </a:lnSpc>
              <a:buNone/>
              <a:defRPr i="1">
                <a:latin typeface="+mn-lt"/>
              </a:defRPr>
            </a:lvl2pPr>
            <a:lvl3pPr marL="687881" indent="0">
              <a:lnSpc>
                <a:spcPct val="100000"/>
              </a:lnSpc>
              <a:buNone/>
              <a:defRPr i="1">
                <a:latin typeface="+mn-lt"/>
              </a:defRPr>
            </a:lvl3pPr>
            <a:lvl4pPr marL="1066747" indent="0">
              <a:lnSpc>
                <a:spcPct val="100000"/>
              </a:lnSpc>
              <a:buNone/>
              <a:defRPr i="1">
                <a:latin typeface="+mn-lt"/>
              </a:defRPr>
            </a:lvl4pPr>
            <a:lvl5pPr marL="1447728" indent="0">
              <a:lnSpc>
                <a:spcPct val="100000"/>
              </a:lnSpc>
              <a:buNone/>
              <a:defRPr i="1">
                <a:latin typeface="+mn-lt"/>
              </a:defRPr>
            </a:lvl5pPr>
          </a:lstStyle>
          <a:p>
            <a:pPr lvl="0"/>
            <a:r>
              <a:rPr lang="en-US" dirty="0"/>
              <a:t>Optional Subhead here</a:t>
            </a:r>
          </a:p>
        </p:txBody>
      </p:sp>
      <p:sp>
        <p:nvSpPr>
          <p:cNvPr id="7" name="Text Placeholder 3"/>
          <p:cNvSpPr>
            <a:spLocks noGrp="1"/>
          </p:cNvSpPr>
          <p:nvPr>
            <p:ph idx="1"/>
          </p:nvPr>
        </p:nvSpPr>
        <p:spPr>
          <a:xfrm>
            <a:off x="612914" y="1868557"/>
            <a:ext cx="10850220" cy="3909393"/>
          </a:xfrm>
          <a:prstGeom prst="rect">
            <a:avLst/>
          </a:prstGeom>
        </p:spPr>
        <p:txBody>
          <a:bodyPr vert="horz" lIns="91440" tIns="45720" rIns="91440" bIns="45720" rtlCol="0">
            <a:noAutofit/>
          </a:bodyPr>
          <a:lstStyle>
            <a:lvl1pPr>
              <a:buClr>
                <a:schemeClr val="accent1"/>
              </a:buClr>
              <a:defRPr b="0" i="0"/>
            </a:lvl1pPr>
            <a:lvl2pPr>
              <a:buClr>
                <a:schemeClr val="tx1"/>
              </a:buClr>
              <a:defRPr b="0" i="0"/>
            </a:lvl2pPr>
            <a:lvl3pPr>
              <a:buClr>
                <a:schemeClr val="accent1"/>
              </a:buClr>
              <a:defRPr b="0" i="0"/>
            </a:lvl3pPr>
            <a:lvl4pPr>
              <a:buClr>
                <a:schemeClr val="tx1"/>
              </a:buClr>
              <a:defRPr b="0" i="0"/>
            </a:lvl4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715346082"/>
      </p:ext>
    </p:extLst>
  </p:cSld>
  <p:clrMapOvr>
    <a:overrideClrMapping bg1="dk1" tx1="lt1" bg2="dk2" tx2="lt2" accent1="accent1" accent2="accent2" accent3="accent3" accent4="accent4" accent5="accent5" accent6="accent6" hlink="hlink" folHlink="folHlink"/>
  </p:clrMapOvr>
  <p:transition>
    <p:fade/>
  </p:transition>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Blank Slide – Navy">
    <p:bg>
      <p:bgRef idx="1001">
        <a:schemeClr val="bg2"/>
      </p:bgRef>
    </p:bg>
    <p:spTree>
      <p:nvGrpSpPr>
        <p:cNvPr id="1" name=""/>
        <p:cNvGrpSpPr/>
        <p:nvPr/>
      </p:nvGrpSpPr>
      <p:grpSpPr>
        <a:xfrm>
          <a:off x="0" y="0"/>
          <a:ext cx="0" cy="0"/>
          <a:chOff x="0" y="0"/>
          <a:chExt cx="0" cy="0"/>
        </a:xfrm>
      </p:grpSpPr>
      <p:sp>
        <p:nvSpPr>
          <p:cNvPr id="10" name="Footer Placeholder 9"/>
          <p:cNvSpPr>
            <a:spLocks noGrp="1"/>
          </p:cNvSpPr>
          <p:nvPr>
            <p:ph type="ftr" sz="quarter" idx="12"/>
          </p:nvPr>
        </p:nvSpPr>
        <p:spPr/>
        <p:txBody>
          <a:bodyPr/>
          <a:lstStyle>
            <a:lvl1pPr>
              <a:defRPr b="0" i="0"/>
            </a:lvl1pPr>
          </a:lstStyle>
          <a:p>
            <a:endParaRPr lang="en-US" dirty="0"/>
          </a:p>
        </p:txBody>
      </p:sp>
      <p:sp>
        <p:nvSpPr>
          <p:cNvPr id="14" name="Slide Number Placeholder 13"/>
          <p:cNvSpPr>
            <a:spLocks noGrp="1"/>
          </p:cNvSpPr>
          <p:nvPr>
            <p:ph type="sldNum" sz="quarter" idx="13"/>
          </p:nvPr>
        </p:nvSpPr>
        <p:spPr/>
        <p:txBody>
          <a:bodyPr/>
          <a:lstStyle>
            <a:lvl1pPr>
              <a:defRPr b="0" i="0"/>
            </a:lvl1pPr>
          </a:lstStyle>
          <a:p>
            <a:fld id="{CC057153-B650-4DEB-B370-79DDCFDCE934}" type="slidenum">
              <a:rPr lang="en-US" smtClean="0"/>
              <a:t>‹#›</a:t>
            </a:fld>
            <a:endParaRPr lang="en-US"/>
          </a:p>
        </p:txBody>
      </p:sp>
    </p:spTree>
    <p:extLst>
      <p:ext uri="{BB962C8B-B14F-4D97-AF65-F5344CB8AC3E}">
        <p14:creationId xmlns:p14="http://schemas.microsoft.com/office/powerpoint/2010/main" val="3564335306"/>
      </p:ext>
    </p:extLst>
  </p:cSld>
  <p:clrMapOvr>
    <a:overrideClrMapping bg1="dk1" tx1="lt1" bg2="dk2" tx2="lt2" accent1="accent1" accent2="accent2" accent3="accent3" accent4="accent4" accent5="accent5" accent6="accent6" hlink="hlink" folHlink="folHlink"/>
  </p:clrMapOvr>
  <p:transition>
    <p:fade/>
  </p:transition>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hart Slide – Navy">
    <p:bg>
      <p:bgRef idx="1001">
        <a:schemeClr val="bg2"/>
      </p:bgRef>
    </p:bg>
    <p:spTree>
      <p:nvGrpSpPr>
        <p:cNvPr id="1" name=""/>
        <p:cNvGrpSpPr/>
        <p:nvPr/>
      </p:nvGrpSpPr>
      <p:grpSpPr>
        <a:xfrm>
          <a:off x="0" y="0"/>
          <a:ext cx="0" cy="0"/>
          <a:chOff x="0" y="0"/>
          <a:chExt cx="0" cy="0"/>
        </a:xfrm>
      </p:grpSpPr>
      <p:sp>
        <p:nvSpPr>
          <p:cNvPr id="10" name="Footer Placeholder 9"/>
          <p:cNvSpPr>
            <a:spLocks noGrp="1"/>
          </p:cNvSpPr>
          <p:nvPr>
            <p:ph type="ftr" sz="quarter" idx="12"/>
          </p:nvPr>
        </p:nvSpPr>
        <p:spPr/>
        <p:txBody>
          <a:bodyPr/>
          <a:lstStyle>
            <a:lvl1pPr>
              <a:defRPr b="0" i="0"/>
            </a:lvl1pPr>
          </a:lstStyle>
          <a:p>
            <a:endParaRPr lang="en-US" dirty="0"/>
          </a:p>
        </p:txBody>
      </p:sp>
      <p:sp>
        <p:nvSpPr>
          <p:cNvPr id="14" name="Slide Number Placeholder 13"/>
          <p:cNvSpPr>
            <a:spLocks noGrp="1"/>
          </p:cNvSpPr>
          <p:nvPr>
            <p:ph type="sldNum" sz="quarter" idx="13"/>
          </p:nvPr>
        </p:nvSpPr>
        <p:spPr/>
        <p:txBody>
          <a:bodyPr/>
          <a:lstStyle>
            <a:lvl1pPr>
              <a:defRPr b="0" i="0"/>
            </a:lvl1pPr>
          </a:lstStyle>
          <a:p>
            <a:fld id="{CC057153-B650-4DEB-B370-79DDCFDCE934}" type="slidenum">
              <a:rPr lang="en-US" smtClean="0"/>
              <a:t>‹#›</a:t>
            </a:fld>
            <a:endParaRPr lang="en-US"/>
          </a:p>
        </p:txBody>
      </p:sp>
      <p:sp>
        <p:nvSpPr>
          <p:cNvPr id="5" name="Chart Placeholder 2"/>
          <p:cNvSpPr>
            <a:spLocks noGrp="1"/>
          </p:cNvSpPr>
          <p:nvPr>
            <p:ph type="chart" sz="quarter" idx="14"/>
          </p:nvPr>
        </p:nvSpPr>
        <p:spPr>
          <a:xfrm>
            <a:off x="357813" y="469928"/>
            <a:ext cx="11449876" cy="5297083"/>
          </a:xfrm>
          <a:prstGeom prst="rect">
            <a:avLst/>
          </a:prstGeom>
        </p:spPr>
        <p:txBody>
          <a:bodyPr>
            <a:normAutofit/>
          </a:bodyPr>
          <a:lstStyle>
            <a:lvl1pPr marL="0" indent="0">
              <a:buNone/>
              <a:defRPr b="0" i="0"/>
            </a:lvl1pPr>
          </a:lstStyle>
          <a:p>
            <a:r>
              <a:rPr lang="en-US"/>
              <a:t>Click icon to add chart</a:t>
            </a:r>
            <a:endParaRPr lang="en-US" dirty="0"/>
          </a:p>
        </p:txBody>
      </p:sp>
    </p:spTree>
    <p:extLst>
      <p:ext uri="{BB962C8B-B14F-4D97-AF65-F5344CB8AC3E}">
        <p14:creationId xmlns:p14="http://schemas.microsoft.com/office/powerpoint/2010/main" val="2379789281"/>
      </p:ext>
    </p:extLst>
  </p:cSld>
  <p:clrMapOvr>
    <a:overrideClrMapping bg1="dk1" tx1="lt1" bg2="dk2" tx2="lt2" accent1="accent1" accent2="accent2" accent3="accent3" accent4="accent4" accent5="accent5" accent6="accent6" hlink="hlink" folHlink="folHlink"/>
  </p:clrMapOvr>
  <p:transition>
    <p:fade/>
  </p:transition>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wo Column Slide – Navy">
    <p:bg>
      <p:bgRef idx="1001">
        <a:schemeClr val="bg2"/>
      </p:bgRef>
    </p:bg>
    <p:spTree>
      <p:nvGrpSpPr>
        <p:cNvPr id="1" name=""/>
        <p:cNvGrpSpPr/>
        <p:nvPr/>
      </p:nvGrpSpPr>
      <p:grpSpPr>
        <a:xfrm>
          <a:off x="0" y="0"/>
          <a:ext cx="0" cy="0"/>
          <a:chOff x="0" y="0"/>
          <a:chExt cx="0" cy="0"/>
        </a:xfrm>
      </p:grpSpPr>
      <p:sp>
        <p:nvSpPr>
          <p:cNvPr id="10" name="Footer Placeholder 9"/>
          <p:cNvSpPr>
            <a:spLocks noGrp="1"/>
          </p:cNvSpPr>
          <p:nvPr>
            <p:ph type="ftr" sz="quarter" idx="12"/>
          </p:nvPr>
        </p:nvSpPr>
        <p:spPr/>
        <p:txBody>
          <a:bodyPr/>
          <a:lstStyle>
            <a:lvl1pPr>
              <a:defRPr b="0" i="0"/>
            </a:lvl1pPr>
          </a:lstStyle>
          <a:p>
            <a:endParaRPr lang="en-US" dirty="0"/>
          </a:p>
        </p:txBody>
      </p:sp>
      <p:sp>
        <p:nvSpPr>
          <p:cNvPr id="14" name="Slide Number Placeholder 13"/>
          <p:cNvSpPr>
            <a:spLocks noGrp="1"/>
          </p:cNvSpPr>
          <p:nvPr>
            <p:ph type="sldNum" sz="quarter" idx="13"/>
          </p:nvPr>
        </p:nvSpPr>
        <p:spPr/>
        <p:txBody>
          <a:bodyPr/>
          <a:lstStyle>
            <a:lvl1pPr>
              <a:defRPr b="0" i="0"/>
            </a:lvl1pPr>
          </a:lstStyle>
          <a:p>
            <a:fld id="{CC057153-B650-4DEB-B370-79DDCFDCE934}" type="slidenum">
              <a:rPr lang="en-US" smtClean="0"/>
              <a:t>‹#›</a:t>
            </a:fld>
            <a:endParaRPr lang="en-US"/>
          </a:p>
        </p:txBody>
      </p:sp>
      <p:sp>
        <p:nvSpPr>
          <p:cNvPr id="11" name="Title 15"/>
          <p:cNvSpPr>
            <a:spLocks noGrp="1"/>
          </p:cNvSpPr>
          <p:nvPr>
            <p:ph type="title" hasCustomPrompt="1"/>
          </p:nvPr>
        </p:nvSpPr>
        <p:spPr>
          <a:xfrm>
            <a:off x="604780" y="425002"/>
            <a:ext cx="10898107" cy="611449"/>
          </a:xfrm>
          <a:prstGeom prst="rect">
            <a:avLst/>
          </a:prstGeom>
        </p:spPr>
        <p:txBody>
          <a:bodyPr anchor="b">
            <a:noAutofit/>
          </a:bodyPr>
          <a:lstStyle>
            <a:lvl1pPr>
              <a:defRPr sz="4800" b="0" i="0">
                <a:latin typeface="Garamond" panose="02020404030301010803" pitchFamily="18" charset="0"/>
                <a:ea typeface="Helvetica Neue" panose="02000503000000020004" pitchFamily="2" charset="0"/>
                <a:cs typeface="Arial" panose="020B0604020202020204" pitchFamily="34" charset="0"/>
              </a:defRPr>
            </a:lvl1pPr>
          </a:lstStyle>
          <a:p>
            <a:r>
              <a:rPr lang="en-US" dirty="0"/>
              <a:t>Slide Title Here</a:t>
            </a:r>
          </a:p>
        </p:txBody>
      </p:sp>
      <p:sp>
        <p:nvSpPr>
          <p:cNvPr id="12" name="Text Placeholder 3"/>
          <p:cNvSpPr>
            <a:spLocks noGrp="1"/>
          </p:cNvSpPr>
          <p:nvPr>
            <p:ph type="body" sz="quarter" idx="15" hasCustomPrompt="1"/>
          </p:nvPr>
        </p:nvSpPr>
        <p:spPr>
          <a:xfrm>
            <a:off x="609603" y="927656"/>
            <a:ext cx="10893285" cy="446529"/>
          </a:xfrm>
          <a:prstGeom prst="rect">
            <a:avLst/>
          </a:prstGeom>
        </p:spPr>
        <p:txBody>
          <a:bodyPr>
            <a:noAutofit/>
          </a:bodyPr>
          <a:lstStyle>
            <a:lvl1pPr marL="0" indent="0">
              <a:lnSpc>
                <a:spcPct val="100000"/>
              </a:lnSpc>
              <a:buNone/>
              <a:defRPr sz="2400" b="0" i="0">
                <a:latin typeface="Arial" panose="020B0604020202020204" pitchFamily="34" charset="0"/>
              </a:defRPr>
            </a:lvl1pPr>
            <a:lvl2pPr marL="306900" indent="0">
              <a:lnSpc>
                <a:spcPct val="100000"/>
              </a:lnSpc>
              <a:buNone/>
              <a:defRPr i="1">
                <a:latin typeface="+mn-lt"/>
              </a:defRPr>
            </a:lvl2pPr>
            <a:lvl3pPr marL="687881" indent="0">
              <a:lnSpc>
                <a:spcPct val="100000"/>
              </a:lnSpc>
              <a:buNone/>
              <a:defRPr i="1">
                <a:latin typeface="+mn-lt"/>
              </a:defRPr>
            </a:lvl3pPr>
            <a:lvl4pPr marL="1066747" indent="0">
              <a:lnSpc>
                <a:spcPct val="100000"/>
              </a:lnSpc>
              <a:buNone/>
              <a:defRPr i="1">
                <a:latin typeface="+mn-lt"/>
              </a:defRPr>
            </a:lvl4pPr>
            <a:lvl5pPr marL="1447728" indent="0">
              <a:lnSpc>
                <a:spcPct val="100000"/>
              </a:lnSpc>
              <a:buNone/>
              <a:defRPr i="1">
                <a:latin typeface="+mn-lt"/>
              </a:defRPr>
            </a:lvl5pPr>
          </a:lstStyle>
          <a:p>
            <a:pPr lvl="0"/>
            <a:r>
              <a:rPr lang="en-US" dirty="0"/>
              <a:t>Optional Subhead here</a:t>
            </a:r>
          </a:p>
        </p:txBody>
      </p:sp>
      <p:sp>
        <p:nvSpPr>
          <p:cNvPr id="8" name="Content Placeholder 3"/>
          <p:cNvSpPr>
            <a:spLocks noGrp="1"/>
          </p:cNvSpPr>
          <p:nvPr>
            <p:ph sz="quarter" idx="18" hasCustomPrompt="1"/>
          </p:nvPr>
        </p:nvSpPr>
        <p:spPr>
          <a:xfrm>
            <a:off x="609233" y="1894326"/>
            <a:ext cx="5102453" cy="3804111"/>
          </a:xfrm>
          <a:prstGeom prst="rect">
            <a:avLst/>
          </a:prstGeom>
        </p:spPr>
        <p:txBody>
          <a:bodyPr/>
          <a:lstStyle>
            <a:lvl1pPr>
              <a:defRPr b="0" i="0"/>
            </a:lvl1pPr>
            <a:lvl2pPr>
              <a:buClr>
                <a:schemeClr val="tx1"/>
              </a:buClr>
              <a:defRPr b="0" i="0"/>
            </a:lvl2pPr>
            <a:lvl3pPr>
              <a:defRPr b="0" i="0"/>
            </a:lvl3pPr>
            <a:lvl4pPr>
              <a:buClr>
                <a:schemeClr val="tx1"/>
              </a:buClr>
              <a:defRPr b="0" i="0"/>
            </a:lvl4pPr>
          </a:lstStyle>
          <a:p>
            <a:pPr lvl="0"/>
            <a:r>
              <a:rPr lang="en-US" dirty="0"/>
              <a:t>Click to add text</a:t>
            </a:r>
          </a:p>
          <a:p>
            <a:pPr lvl="1"/>
            <a:r>
              <a:rPr lang="en-US" dirty="0"/>
              <a:t>Second level</a:t>
            </a:r>
          </a:p>
          <a:p>
            <a:pPr lvl="2"/>
            <a:r>
              <a:rPr lang="en-US" dirty="0"/>
              <a:t>Third level</a:t>
            </a:r>
          </a:p>
          <a:p>
            <a:pPr lvl="3"/>
            <a:r>
              <a:rPr lang="en-US" dirty="0"/>
              <a:t>Fourth level</a:t>
            </a:r>
          </a:p>
        </p:txBody>
      </p:sp>
      <p:sp>
        <p:nvSpPr>
          <p:cNvPr id="9" name="Content Placeholder 3"/>
          <p:cNvSpPr>
            <a:spLocks noGrp="1"/>
          </p:cNvSpPr>
          <p:nvPr>
            <p:ph sz="quarter" idx="19" hasCustomPrompt="1"/>
          </p:nvPr>
        </p:nvSpPr>
        <p:spPr>
          <a:xfrm>
            <a:off x="6387182" y="1894326"/>
            <a:ext cx="5102453" cy="3804111"/>
          </a:xfrm>
          <a:prstGeom prst="rect">
            <a:avLst/>
          </a:prstGeom>
        </p:spPr>
        <p:txBody>
          <a:bodyPr/>
          <a:lstStyle>
            <a:lvl1pPr>
              <a:defRPr b="0" i="0"/>
            </a:lvl1pPr>
            <a:lvl2pPr>
              <a:buClr>
                <a:schemeClr val="tx1"/>
              </a:buClr>
              <a:defRPr b="0" i="0"/>
            </a:lvl2pPr>
            <a:lvl3pPr>
              <a:defRPr b="0" i="0"/>
            </a:lvl3pPr>
            <a:lvl4pPr>
              <a:buClr>
                <a:schemeClr val="tx1"/>
              </a:buClr>
              <a:defRPr b="0" i="0"/>
            </a:lvl4pPr>
          </a:lstStyle>
          <a:p>
            <a:pPr lvl="0"/>
            <a:r>
              <a:rPr lang="en-US" dirty="0"/>
              <a:t>Click to add text</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3812780769"/>
      </p:ext>
    </p:extLst>
  </p:cSld>
  <p:clrMapOvr>
    <a:overrideClrMapping bg1="dk1" tx1="lt1" bg2="dk2" tx2="lt2" accent1="accent1" accent2="accent2" accent3="accent3" accent4="accent4" accent5="accent5" accent6="accent6" hlink="hlink" folHlink="folHlink"/>
  </p:clrMapOvr>
  <p:transition>
    <p:fade/>
  </p:transition>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Bullet Slide-White">
    <p:bg>
      <p:bgRef idx="1001">
        <a:schemeClr val="bg1"/>
      </p:bgRef>
    </p:bg>
    <p:spTree>
      <p:nvGrpSpPr>
        <p:cNvPr id="1" name=""/>
        <p:cNvGrpSpPr/>
        <p:nvPr/>
      </p:nvGrpSpPr>
      <p:grpSpPr>
        <a:xfrm>
          <a:off x="0" y="0"/>
          <a:ext cx="0" cy="0"/>
          <a:chOff x="0" y="0"/>
          <a:chExt cx="0" cy="0"/>
        </a:xfrm>
      </p:grpSpPr>
      <p:sp>
        <p:nvSpPr>
          <p:cNvPr id="10" name="Footer Placeholder 9"/>
          <p:cNvSpPr>
            <a:spLocks noGrp="1"/>
          </p:cNvSpPr>
          <p:nvPr>
            <p:ph type="ftr" sz="quarter" idx="12"/>
          </p:nvPr>
        </p:nvSpPr>
        <p:spPr/>
        <p:txBody>
          <a:bodyPr/>
          <a:lstStyle>
            <a:lvl1pPr>
              <a:defRPr b="0" i="0"/>
            </a:lvl1pPr>
          </a:lstStyle>
          <a:p>
            <a:endParaRPr lang="en-US" dirty="0"/>
          </a:p>
        </p:txBody>
      </p:sp>
      <p:sp>
        <p:nvSpPr>
          <p:cNvPr id="14" name="Slide Number Placeholder 13"/>
          <p:cNvSpPr>
            <a:spLocks noGrp="1"/>
          </p:cNvSpPr>
          <p:nvPr>
            <p:ph type="sldNum" sz="quarter" idx="13"/>
          </p:nvPr>
        </p:nvSpPr>
        <p:spPr/>
        <p:txBody>
          <a:bodyPr/>
          <a:lstStyle>
            <a:lvl1pPr>
              <a:defRPr b="0" i="0"/>
            </a:lvl1pPr>
          </a:lstStyle>
          <a:p>
            <a:fld id="{CC057153-B650-4DEB-B370-79DDCFDCE934}" type="slidenum">
              <a:rPr lang="en-US" smtClean="0"/>
              <a:t>‹#›</a:t>
            </a:fld>
            <a:endParaRPr lang="en-US"/>
          </a:p>
        </p:txBody>
      </p:sp>
      <p:sp>
        <p:nvSpPr>
          <p:cNvPr id="7" name="Title 15"/>
          <p:cNvSpPr>
            <a:spLocks noGrp="1"/>
          </p:cNvSpPr>
          <p:nvPr>
            <p:ph type="title" hasCustomPrompt="1"/>
          </p:nvPr>
        </p:nvSpPr>
        <p:spPr>
          <a:xfrm>
            <a:off x="604780" y="425002"/>
            <a:ext cx="10898107" cy="611449"/>
          </a:xfrm>
          <a:prstGeom prst="rect">
            <a:avLst/>
          </a:prstGeom>
        </p:spPr>
        <p:txBody>
          <a:bodyPr anchor="b">
            <a:noAutofit/>
          </a:bodyPr>
          <a:lstStyle>
            <a:lvl1pPr>
              <a:defRPr sz="4800" b="0" i="0">
                <a:latin typeface="Garamond" panose="02020404030301010803" pitchFamily="18" charset="0"/>
                <a:ea typeface="Helvetica Neue" panose="02000503000000020004" pitchFamily="2" charset="0"/>
                <a:cs typeface="Arial" panose="020B0604020202020204" pitchFamily="34" charset="0"/>
              </a:defRPr>
            </a:lvl1pPr>
          </a:lstStyle>
          <a:p>
            <a:r>
              <a:rPr lang="en-US" dirty="0"/>
              <a:t>Slide Title Here</a:t>
            </a:r>
          </a:p>
        </p:txBody>
      </p:sp>
      <p:sp>
        <p:nvSpPr>
          <p:cNvPr id="9" name="Text Placeholder 3"/>
          <p:cNvSpPr>
            <a:spLocks noGrp="1"/>
          </p:cNvSpPr>
          <p:nvPr>
            <p:ph type="body" sz="quarter" idx="15" hasCustomPrompt="1"/>
          </p:nvPr>
        </p:nvSpPr>
        <p:spPr>
          <a:xfrm>
            <a:off x="609603" y="927656"/>
            <a:ext cx="10893285" cy="446529"/>
          </a:xfrm>
          <a:prstGeom prst="rect">
            <a:avLst/>
          </a:prstGeom>
        </p:spPr>
        <p:txBody>
          <a:bodyPr>
            <a:noAutofit/>
          </a:bodyPr>
          <a:lstStyle>
            <a:lvl1pPr marL="0" indent="0">
              <a:lnSpc>
                <a:spcPct val="100000"/>
              </a:lnSpc>
              <a:buNone/>
              <a:defRPr sz="2400" b="0" i="0">
                <a:latin typeface="Arial" panose="020B0604020202020204" pitchFamily="34" charset="0"/>
              </a:defRPr>
            </a:lvl1pPr>
            <a:lvl2pPr marL="306900" indent="0">
              <a:lnSpc>
                <a:spcPct val="100000"/>
              </a:lnSpc>
              <a:buNone/>
              <a:defRPr i="1">
                <a:latin typeface="+mn-lt"/>
              </a:defRPr>
            </a:lvl2pPr>
            <a:lvl3pPr marL="687881" indent="0">
              <a:lnSpc>
                <a:spcPct val="100000"/>
              </a:lnSpc>
              <a:buNone/>
              <a:defRPr i="1">
                <a:latin typeface="+mn-lt"/>
              </a:defRPr>
            </a:lvl3pPr>
            <a:lvl4pPr marL="1066747" indent="0">
              <a:lnSpc>
                <a:spcPct val="100000"/>
              </a:lnSpc>
              <a:buNone/>
              <a:defRPr i="1">
                <a:latin typeface="+mn-lt"/>
              </a:defRPr>
            </a:lvl4pPr>
            <a:lvl5pPr marL="1447728" indent="0">
              <a:lnSpc>
                <a:spcPct val="100000"/>
              </a:lnSpc>
              <a:buNone/>
              <a:defRPr i="1">
                <a:latin typeface="+mn-lt"/>
              </a:defRPr>
            </a:lvl5pPr>
          </a:lstStyle>
          <a:p>
            <a:pPr lvl="0"/>
            <a:r>
              <a:rPr lang="en-US" dirty="0"/>
              <a:t>Optional Subhead here</a:t>
            </a:r>
          </a:p>
        </p:txBody>
      </p:sp>
      <p:sp>
        <p:nvSpPr>
          <p:cNvPr id="11" name="Text Placeholder 3"/>
          <p:cNvSpPr>
            <a:spLocks noGrp="1"/>
          </p:cNvSpPr>
          <p:nvPr>
            <p:ph idx="1"/>
          </p:nvPr>
        </p:nvSpPr>
        <p:spPr>
          <a:xfrm>
            <a:off x="612914" y="1868557"/>
            <a:ext cx="10850220" cy="3909393"/>
          </a:xfrm>
          <a:prstGeom prst="rect">
            <a:avLst/>
          </a:prstGeom>
        </p:spPr>
        <p:txBody>
          <a:bodyPr vert="horz" lIns="91440" tIns="45720" rIns="91440" bIns="45720" rtlCol="0">
            <a:noAutofit/>
          </a:bodyPr>
          <a:lstStyle>
            <a:lvl1pPr>
              <a:defRPr b="0" i="0"/>
            </a:lvl1pPr>
            <a:lvl2pPr>
              <a:defRPr b="0" i="0"/>
            </a:lvl2pPr>
            <a:lvl3pPr>
              <a:defRPr b="0" i="0"/>
            </a:lvl3pPr>
            <a:lvl4pPr>
              <a:defRPr b="0" i="0"/>
            </a:lvl4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2820142135"/>
      </p:ext>
    </p:extLst>
  </p:cSld>
  <p:clrMapOvr>
    <a:overrideClrMapping bg1="lt1" tx1="dk1" bg2="lt2" tx2="dk2" accent1="accent1" accent2="accent2" accent3="accent3" accent4="accent4" accent5="accent5" accent6="accent6" hlink="hlink" folHlink="folHlink"/>
  </p:clrMapOvr>
  <p:transition>
    <p:fade/>
  </p:transition>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hart Slide – White">
    <p:spTree>
      <p:nvGrpSpPr>
        <p:cNvPr id="1" name=""/>
        <p:cNvGrpSpPr/>
        <p:nvPr/>
      </p:nvGrpSpPr>
      <p:grpSpPr>
        <a:xfrm>
          <a:off x="0" y="0"/>
          <a:ext cx="0" cy="0"/>
          <a:chOff x="0" y="0"/>
          <a:chExt cx="0" cy="0"/>
        </a:xfrm>
      </p:grpSpPr>
      <p:sp>
        <p:nvSpPr>
          <p:cNvPr id="10" name="Footer Placeholder 9"/>
          <p:cNvSpPr>
            <a:spLocks noGrp="1"/>
          </p:cNvSpPr>
          <p:nvPr>
            <p:ph type="ftr" sz="quarter" idx="12"/>
          </p:nvPr>
        </p:nvSpPr>
        <p:spPr/>
        <p:txBody>
          <a:bodyPr/>
          <a:lstStyle>
            <a:lvl1pPr>
              <a:defRPr b="0" i="0"/>
            </a:lvl1pPr>
          </a:lstStyle>
          <a:p>
            <a:endParaRPr lang="en-US" dirty="0"/>
          </a:p>
        </p:txBody>
      </p:sp>
      <p:sp>
        <p:nvSpPr>
          <p:cNvPr id="14" name="Slide Number Placeholder 13"/>
          <p:cNvSpPr>
            <a:spLocks noGrp="1"/>
          </p:cNvSpPr>
          <p:nvPr>
            <p:ph type="sldNum" sz="quarter" idx="13"/>
          </p:nvPr>
        </p:nvSpPr>
        <p:spPr/>
        <p:txBody>
          <a:bodyPr/>
          <a:lstStyle>
            <a:lvl1pPr>
              <a:defRPr b="0" i="0"/>
            </a:lvl1pPr>
          </a:lstStyle>
          <a:p>
            <a:fld id="{CC057153-B650-4DEB-B370-79DDCFDCE934}" type="slidenum">
              <a:rPr lang="en-US" smtClean="0"/>
              <a:t>‹#›</a:t>
            </a:fld>
            <a:endParaRPr lang="en-US"/>
          </a:p>
        </p:txBody>
      </p:sp>
      <p:sp>
        <p:nvSpPr>
          <p:cNvPr id="6" name="Chart Placeholder 2"/>
          <p:cNvSpPr>
            <a:spLocks noGrp="1"/>
          </p:cNvSpPr>
          <p:nvPr>
            <p:ph type="chart" sz="quarter" idx="14"/>
          </p:nvPr>
        </p:nvSpPr>
        <p:spPr>
          <a:xfrm>
            <a:off x="357813" y="469928"/>
            <a:ext cx="11449876" cy="5297083"/>
          </a:xfrm>
          <a:prstGeom prst="rect">
            <a:avLst/>
          </a:prstGeom>
        </p:spPr>
        <p:txBody>
          <a:bodyPr>
            <a:normAutofit/>
          </a:bodyPr>
          <a:lstStyle>
            <a:lvl1pPr marL="0" indent="0">
              <a:buNone/>
              <a:defRPr b="0" i="0"/>
            </a:lvl1pPr>
          </a:lstStyle>
          <a:p>
            <a:r>
              <a:rPr lang="en-US"/>
              <a:t>Click icon to add chart</a:t>
            </a:r>
            <a:endParaRPr lang="en-US" dirty="0"/>
          </a:p>
        </p:txBody>
      </p:sp>
    </p:spTree>
    <p:extLst>
      <p:ext uri="{BB962C8B-B14F-4D97-AF65-F5344CB8AC3E}">
        <p14:creationId xmlns:p14="http://schemas.microsoft.com/office/powerpoint/2010/main" val="3591346586"/>
      </p:ext>
    </p:extLst>
  </p:cSld>
  <p:clrMapOvr>
    <a:masterClrMapping/>
  </p:clrMapOvr>
  <p:transition>
    <p:fade/>
  </p:transition>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wo Column Slide – White">
    <p:spTree>
      <p:nvGrpSpPr>
        <p:cNvPr id="1" name=""/>
        <p:cNvGrpSpPr/>
        <p:nvPr/>
      </p:nvGrpSpPr>
      <p:grpSpPr>
        <a:xfrm>
          <a:off x="0" y="0"/>
          <a:ext cx="0" cy="0"/>
          <a:chOff x="0" y="0"/>
          <a:chExt cx="0" cy="0"/>
        </a:xfrm>
      </p:grpSpPr>
      <p:sp>
        <p:nvSpPr>
          <p:cNvPr id="10" name="Footer Placeholder 9"/>
          <p:cNvSpPr>
            <a:spLocks noGrp="1"/>
          </p:cNvSpPr>
          <p:nvPr>
            <p:ph type="ftr" sz="quarter" idx="12"/>
          </p:nvPr>
        </p:nvSpPr>
        <p:spPr/>
        <p:txBody>
          <a:bodyPr/>
          <a:lstStyle>
            <a:lvl1pPr>
              <a:defRPr b="0" i="0"/>
            </a:lvl1pPr>
          </a:lstStyle>
          <a:p>
            <a:endParaRPr lang="en-US" dirty="0"/>
          </a:p>
        </p:txBody>
      </p:sp>
      <p:sp>
        <p:nvSpPr>
          <p:cNvPr id="14" name="Slide Number Placeholder 13"/>
          <p:cNvSpPr>
            <a:spLocks noGrp="1"/>
          </p:cNvSpPr>
          <p:nvPr>
            <p:ph type="sldNum" sz="quarter" idx="13"/>
          </p:nvPr>
        </p:nvSpPr>
        <p:spPr/>
        <p:txBody>
          <a:bodyPr/>
          <a:lstStyle>
            <a:lvl1pPr>
              <a:defRPr b="0" i="0"/>
            </a:lvl1pPr>
          </a:lstStyle>
          <a:p>
            <a:fld id="{CC057153-B650-4DEB-B370-79DDCFDCE934}" type="slidenum">
              <a:rPr lang="en-US" smtClean="0"/>
              <a:t>‹#›</a:t>
            </a:fld>
            <a:endParaRPr lang="en-US"/>
          </a:p>
        </p:txBody>
      </p:sp>
      <p:sp>
        <p:nvSpPr>
          <p:cNvPr id="11" name="Title 15"/>
          <p:cNvSpPr>
            <a:spLocks noGrp="1"/>
          </p:cNvSpPr>
          <p:nvPr>
            <p:ph type="title" hasCustomPrompt="1"/>
          </p:nvPr>
        </p:nvSpPr>
        <p:spPr>
          <a:xfrm>
            <a:off x="604780" y="425002"/>
            <a:ext cx="10898107" cy="611449"/>
          </a:xfrm>
          <a:prstGeom prst="rect">
            <a:avLst/>
          </a:prstGeom>
        </p:spPr>
        <p:txBody>
          <a:bodyPr anchor="b">
            <a:noAutofit/>
          </a:bodyPr>
          <a:lstStyle>
            <a:lvl1pPr>
              <a:defRPr sz="4800" b="0" i="0">
                <a:latin typeface="Garamond" panose="02020404030301010803" pitchFamily="18" charset="0"/>
                <a:ea typeface="Helvetica Neue" panose="02000503000000020004" pitchFamily="2" charset="0"/>
                <a:cs typeface="Arial" panose="020B0604020202020204" pitchFamily="34" charset="0"/>
              </a:defRPr>
            </a:lvl1pPr>
          </a:lstStyle>
          <a:p>
            <a:r>
              <a:rPr lang="en-US" dirty="0"/>
              <a:t>Slide Title Here</a:t>
            </a:r>
          </a:p>
        </p:txBody>
      </p:sp>
      <p:sp>
        <p:nvSpPr>
          <p:cNvPr id="12" name="Text Placeholder 3"/>
          <p:cNvSpPr>
            <a:spLocks noGrp="1"/>
          </p:cNvSpPr>
          <p:nvPr>
            <p:ph type="body" sz="quarter" idx="15" hasCustomPrompt="1"/>
          </p:nvPr>
        </p:nvSpPr>
        <p:spPr>
          <a:xfrm>
            <a:off x="609603" y="927656"/>
            <a:ext cx="10893285" cy="446529"/>
          </a:xfrm>
          <a:prstGeom prst="rect">
            <a:avLst/>
          </a:prstGeom>
        </p:spPr>
        <p:txBody>
          <a:bodyPr>
            <a:noAutofit/>
          </a:bodyPr>
          <a:lstStyle>
            <a:lvl1pPr marL="0" indent="0">
              <a:lnSpc>
                <a:spcPct val="100000"/>
              </a:lnSpc>
              <a:buNone/>
              <a:defRPr sz="2400" b="0" i="0">
                <a:latin typeface="Arial" panose="020B0604020202020204" pitchFamily="34" charset="0"/>
              </a:defRPr>
            </a:lvl1pPr>
            <a:lvl2pPr marL="306900" indent="0">
              <a:lnSpc>
                <a:spcPct val="100000"/>
              </a:lnSpc>
              <a:buNone/>
              <a:defRPr i="1">
                <a:latin typeface="+mn-lt"/>
              </a:defRPr>
            </a:lvl2pPr>
            <a:lvl3pPr marL="687881" indent="0">
              <a:lnSpc>
                <a:spcPct val="100000"/>
              </a:lnSpc>
              <a:buNone/>
              <a:defRPr i="1">
                <a:latin typeface="+mn-lt"/>
              </a:defRPr>
            </a:lvl3pPr>
            <a:lvl4pPr marL="1066747" indent="0">
              <a:lnSpc>
                <a:spcPct val="100000"/>
              </a:lnSpc>
              <a:buNone/>
              <a:defRPr i="1">
                <a:latin typeface="+mn-lt"/>
              </a:defRPr>
            </a:lvl4pPr>
            <a:lvl5pPr marL="1447728" indent="0">
              <a:lnSpc>
                <a:spcPct val="100000"/>
              </a:lnSpc>
              <a:buNone/>
              <a:defRPr i="1">
                <a:latin typeface="+mn-lt"/>
              </a:defRPr>
            </a:lvl5pPr>
          </a:lstStyle>
          <a:p>
            <a:pPr lvl="0"/>
            <a:r>
              <a:rPr lang="en-US" dirty="0"/>
              <a:t>Optional Subhead here</a:t>
            </a:r>
          </a:p>
        </p:txBody>
      </p:sp>
      <p:sp>
        <p:nvSpPr>
          <p:cNvPr id="8" name="Content Placeholder 3"/>
          <p:cNvSpPr>
            <a:spLocks noGrp="1"/>
          </p:cNvSpPr>
          <p:nvPr>
            <p:ph sz="quarter" idx="18" hasCustomPrompt="1"/>
          </p:nvPr>
        </p:nvSpPr>
        <p:spPr>
          <a:xfrm>
            <a:off x="609233" y="1894326"/>
            <a:ext cx="5102453" cy="3804111"/>
          </a:xfrm>
          <a:prstGeom prst="rect">
            <a:avLst/>
          </a:prstGeom>
        </p:spPr>
        <p:txBody>
          <a:bodyPr/>
          <a:lstStyle>
            <a:lvl1pPr>
              <a:buClr>
                <a:schemeClr val="accent1"/>
              </a:buClr>
              <a:defRPr b="0" i="0"/>
            </a:lvl1pPr>
            <a:lvl2pPr>
              <a:buClr>
                <a:schemeClr val="accent1"/>
              </a:buClr>
              <a:defRPr b="0" i="0"/>
            </a:lvl2pPr>
            <a:lvl3pPr>
              <a:buClr>
                <a:schemeClr val="accent1"/>
              </a:buClr>
              <a:defRPr b="0" i="0"/>
            </a:lvl3pPr>
            <a:lvl4pPr>
              <a:buClr>
                <a:schemeClr val="accent1"/>
              </a:buClr>
              <a:defRPr b="0" i="0"/>
            </a:lvl4pPr>
          </a:lstStyle>
          <a:p>
            <a:pPr lvl="0"/>
            <a:r>
              <a:rPr lang="en-US" dirty="0"/>
              <a:t>Click to add text</a:t>
            </a:r>
          </a:p>
          <a:p>
            <a:pPr lvl="1"/>
            <a:r>
              <a:rPr lang="en-US" dirty="0"/>
              <a:t>Second level</a:t>
            </a:r>
          </a:p>
          <a:p>
            <a:pPr lvl="2"/>
            <a:r>
              <a:rPr lang="en-US" dirty="0"/>
              <a:t>Third level</a:t>
            </a:r>
          </a:p>
          <a:p>
            <a:pPr lvl="3"/>
            <a:r>
              <a:rPr lang="en-US" dirty="0"/>
              <a:t>Fourth level</a:t>
            </a:r>
          </a:p>
        </p:txBody>
      </p:sp>
      <p:sp>
        <p:nvSpPr>
          <p:cNvPr id="9" name="Content Placeholder 3"/>
          <p:cNvSpPr>
            <a:spLocks noGrp="1"/>
          </p:cNvSpPr>
          <p:nvPr>
            <p:ph sz="quarter" idx="19" hasCustomPrompt="1"/>
          </p:nvPr>
        </p:nvSpPr>
        <p:spPr>
          <a:xfrm>
            <a:off x="6387182" y="1894326"/>
            <a:ext cx="5102453" cy="3804111"/>
          </a:xfrm>
          <a:prstGeom prst="rect">
            <a:avLst/>
          </a:prstGeom>
        </p:spPr>
        <p:txBody>
          <a:bodyPr/>
          <a:lstStyle>
            <a:lvl1pPr>
              <a:buClr>
                <a:schemeClr val="accent1"/>
              </a:buClr>
              <a:defRPr b="0" i="0"/>
            </a:lvl1pPr>
            <a:lvl2pPr>
              <a:buClr>
                <a:schemeClr val="accent1"/>
              </a:buClr>
              <a:defRPr b="0" i="0"/>
            </a:lvl2pPr>
            <a:lvl3pPr>
              <a:buClr>
                <a:schemeClr val="accent1"/>
              </a:buClr>
              <a:defRPr b="0" i="0"/>
            </a:lvl3pPr>
            <a:lvl4pPr>
              <a:buClr>
                <a:schemeClr val="accent1"/>
              </a:buClr>
              <a:defRPr b="0" i="0"/>
            </a:lvl4pPr>
          </a:lstStyle>
          <a:p>
            <a:pPr lvl="0"/>
            <a:r>
              <a:rPr lang="en-US" dirty="0"/>
              <a:t>Click to add text</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783488653"/>
      </p:ext>
    </p:extLst>
  </p:cSld>
  <p:clrMapOvr>
    <a:masterClrMapping/>
  </p:clrMapOvr>
  <p:transition>
    <p:fade/>
  </p:transition>
  <p:hf sldNum="0"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Quote Slide – Blue">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lvl1pPr>
              <a:defRPr b="0" i="0"/>
            </a:lvl1pPr>
          </a:lstStyle>
          <a:p>
            <a:endParaRPr lang="en-US" dirty="0"/>
          </a:p>
        </p:txBody>
      </p:sp>
      <p:sp>
        <p:nvSpPr>
          <p:cNvPr id="5" name="Slide Number Placeholder 4"/>
          <p:cNvSpPr>
            <a:spLocks noGrp="1"/>
          </p:cNvSpPr>
          <p:nvPr>
            <p:ph type="sldNum" sz="quarter" idx="12"/>
          </p:nvPr>
        </p:nvSpPr>
        <p:spPr/>
        <p:txBody>
          <a:bodyPr/>
          <a:lstStyle>
            <a:lvl1pPr>
              <a:defRPr b="0" i="0"/>
            </a:lvl1pPr>
          </a:lstStyle>
          <a:p>
            <a:fld id="{CC057153-B650-4DEB-B370-79DDCFDCE934}" type="slidenum">
              <a:rPr lang="en-US" smtClean="0"/>
              <a:t>‹#›</a:t>
            </a:fld>
            <a:endParaRPr lang="en-US"/>
          </a:p>
        </p:txBody>
      </p:sp>
      <p:sp>
        <p:nvSpPr>
          <p:cNvPr id="9" name="Text Placeholder 8"/>
          <p:cNvSpPr>
            <a:spLocks noGrp="1"/>
          </p:cNvSpPr>
          <p:nvPr>
            <p:ph type="body" sz="quarter" idx="13" hasCustomPrompt="1"/>
          </p:nvPr>
        </p:nvSpPr>
        <p:spPr>
          <a:xfrm>
            <a:off x="583468" y="1908315"/>
            <a:ext cx="10972431" cy="2809461"/>
          </a:xfrm>
          <a:prstGeom prst="rect">
            <a:avLst/>
          </a:prstGeom>
        </p:spPr>
        <p:txBody>
          <a:bodyPr anchor="ctr" anchorCtr="0">
            <a:normAutofit/>
          </a:bodyPr>
          <a:lstStyle>
            <a:lvl1pPr marL="0" indent="0">
              <a:lnSpc>
                <a:spcPct val="100000"/>
              </a:lnSpc>
              <a:buNone/>
              <a:defRPr sz="3733" b="0" i="0" baseline="0">
                <a:latin typeface="Arial" panose="020B0604020202020204" pitchFamily="34" charset="0"/>
                <a:ea typeface="Helvetica Neue" panose="02000503000000020004" pitchFamily="2" charset="0"/>
                <a:cs typeface="Arial" panose="020B0604020202020204" pitchFamily="34" charset="0"/>
              </a:defRPr>
            </a:lvl1pPr>
            <a:lvl2pPr marL="306900" indent="0">
              <a:buNone/>
              <a:defRPr>
                <a:latin typeface="+mn-lt"/>
              </a:defRPr>
            </a:lvl2pPr>
            <a:lvl3pPr marL="687881" indent="0">
              <a:buNone/>
              <a:defRPr>
                <a:latin typeface="+mn-lt"/>
              </a:defRPr>
            </a:lvl3pPr>
            <a:lvl4pPr marL="1066747" indent="0">
              <a:buNone/>
              <a:defRPr>
                <a:latin typeface="+mn-lt"/>
              </a:defRPr>
            </a:lvl4pPr>
            <a:lvl5pPr marL="1447728" indent="0">
              <a:buNone/>
              <a:defRPr>
                <a:latin typeface="+mn-lt"/>
              </a:defRPr>
            </a:lvl5pPr>
          </a:lstStyle>
          <a:p>
            <a:pPr lvl="0"/>
            <a:r>
              <a:rPr lang="en-US" dirty="0"/>
              <a:t>This page is an option should you wish to utilize a quote as a stand-alone slide within your presentation. The rest is </a:t>
            </a:r>
            <a:r>
              <a:rPr lang="en-US" dirty="0" err="1"/>
              <a:t>lorem</a:t>
            </a:r>
            <a:r>
              <a:rPr lang="en-US" dirty="0"/>
              <a:t> </a:t>
            </a:r>
            <a:r>
              <a:rPr lang="en-US" dirty="0" err="1"/>
              <a:t>ipsum</a:t>
            </a:r>
            <a:r>
              <a:rPr lang="en-US" dirty="0"/>
              <a:t>. </a:t>
            </a:r>
            <a:r>
              <a:rPr lang="en-US" dirty="0" err="1"/>
              <a:t>Ut</a:t>
            </a:r>
            <a:r>
              <a:rPr lang="en-US" dirty="0"/>
              <a:t> </a:t>
            </a:r>
            <a:r>
              <a:rPr lang="en-US" dirty="0" err="1"/>
              <a:t>enim</a:t>
            </a:r>
            <a:r>
              <a:rPr lang="en-US" dirty="0"/>
              <a:t> ad minim </a:t>
            </a:r>
            <a:r>
              <a:rPr lang="en-US" dirty="0" err="1"/>
              <a:t>quis</a:t>
            </a:r>
            <a:r>
              <a:rPr lang="en-US" dirty="0"/>
              <a:t> </a:t>
            </a:r>
            <a:r>
              <a:rPr lang="en-US" dirty="0" err="1"/>
              <a:t>nostrud</a:t>
            </a:r>
            <a:r>
              <a:rPr lang="en-US" dirty="0"/>
              <a:t>.</a:t>
            </a:r>
          </a:p>
        </p:txBody>
      </p:sp>
      <p:sp>
        <p:nvSpPr>
          <p:cNvPr id="10" name="Text Placeholder 13"/>
          <p:cNvSpPr>
            <a:spLocks noGrp="1"/>
          </p:cNvSpPr>
          <p:nvPr>
            <p:ph type="body" sz="quarter" idx="14" hasCustomPrompt="1"/>
          </p:nvPr>
        </p:nvSpPr>
        <p:spPr>
          <a:xfrm>
            <a:off x="596899" y="4929106"/>
            <a:ext cx="8685277" cy="573905"/>
          </a:xfrm>
          <a:prstGeom prst="rect">
            <a:avLst/>
          </a:prstGeom>
        </p:spPr>
        <p:txBody>
          <a:bodyPr>
            <a:normAutofit/>
          </a:bodyPr>
          <a:lstStyle>
            <a:lvl1pPr marL="0" indent="0">
              <a:lnSpc>
                <a:spcPct val="100000"/>
              </a:lnSpc>
              <a:buNone/>
              <a:defRPr sz="2400" b="0" i="0">
                <a:solidFill>
                  <a:schemeClr val="accent1"/>
                </a:solidFill>
                <a:latin typeface="Arial" panose="020B0604020202020204" pitchFamily="34" charset="0"/>
              </a:defRPr>
            </a:lvl1pPr>
          </a:lstStyle>
          <a:p>
            <a:pPr lvl="0"/>
            <a:r>
              <a:rPr lang="en-US" dirty="0"/>
              <a:t>Author’s Name</a:t>
            </a:r>
          </a:p>
        </p:txBody>
      </p:sp>
      <p:sp>
        <p:nvSpPr>
          <p:cNvPr id="13" name="Rectangle 12"/>
          <p:cNvSpPr/>
          <p:nvPr/>
        </p:nvSpPr>
        <p:spPr bwMode="auto">
          <a:xfrm>
            <a:off x="662608" y="3"/>
            <a:ext cx="1431235" cy="1577005"/>
          </a:xfrm>
          <a:prstGeom prst="rect">
            <a:avLst/>
          </a:prstGeom>
          <a:solidFill>
            <a:schemeClr val="accent1"/>
          </a:solidFill>
          <a:ln w="19050" algn="ctr">
            <a:noFill/>
            <a:miter lim="800000"/>
            <a:headEnd/>
            <a:tailEnd/>
          </a:ln>
        </p:spPr>
        <p:txBody>
          <a:bodyPr wrap="none" rtlCol="0" anchor="ctr"/>
          <a:lstStyle/>
          <a:p>
            <a:pPr algn="ctr">
              <a:lnSpc>
                <a:spcPct val="90000"/>
              </a:lnSpc>
            </a:pPr>
            <a:endParaRPr lang="en-US" sz="2133" b="0" i="0" dirty="0" err="1">
              <a:solidFill>
                <a:srgbClr val="90BD31"/>
              </a:solidFill>
              <a:latin typeface="Arial" panose="020B0604020202020204" pitchFamily="34" charset="0"/>
            </a:endParaRPr>
          </a:p>
        </p:txBody>
      </p:sp>
      <p:sp>
        <p:nvSpPr>
          <p:cNvPr id="12" name="TextBox 11"/>
          <p:cNvSpPr txBox="1"/>
          <p:nvPr/>
        </p:nvSpPr>
        <p:spPr bwMode="auto">
          <a:xfrm>
            <a:off x="579506" y="0"/>
            <a:ext cx="1590260" cy="2831544"/>
          </a:xfrm>
          <a:prstGeom prst="rect">
            <a:avLst/>
          </a:prstGeom>
          <a:noFill/>
          <a:ln w="19050" algn="ctr">
            <a:noFill/>
            <a:miter lim="800000"/>
            <a:headEnd/>
            <a:tailEnd/>
          </a:ln>
        </p:spPr>
        <p:txBody>
          <a:bodyPr wrap="square" lIns="0" tIns="0" rIns="0" bIns="0" rtlCol="0" anchor="ctr">
            <a:spAutoFit/>
          </a:bodyPr>
          <a:lstStyle/>
          <a:p>
            <a:pPr algn="ctr"/>
            <a:r>
              <a:rPr lang="en-US" sz="18400" b="0" i="0" dirty="0">
                <a:solidFill>
                  <a:schemeClr val="bg2"/>
                </a:solidFill>
                <a:latin typeface="Arial" panose="020B0604020202020204" pitchFamily="34" charset="0"/>
              </a:rPr>
              <a:t>“</a:t>
            </a:r>
          </a:p>
        </p:txBody>
      </p:sp>
      <p:sp>
        <p:nvSpPr>
          <p:cNvPr id="11" name="Text Placeholder 13"/>
          <p:cNvSpPr>
            <a:spLocks noGrp="1"/>
          </p:cNvSpPr>
          <p:nvPr>
            <p:ph type="body" sz="quarter" idx="15" hasCustomPrompt="1"/>
          </p:nvPr>
        </p:nvSpPr>
        <p:spPr>
          <a:xfrm>
            <a:off x="596899" y="5307938"/>
            <a:ext cx="8685277" cy="587916"/>
          </a:xfrm>
          <a:prstGeom prst="rect">
            <a:avLst/>
          </a:prstGeom>
        </p:spPr>
        <p:txBody>
          <a:bodyPr>
            <a:normAutofit/>
          </a:bodyPr>
          <a:lstStyle>
            <a:lvl1pPr marL="0" indent="0">
              <a:lnSpc>
                <a:spcPts val="2667"/>
              </a:lnSpc>
              <a:buNone/>
              <a:defRPr sz="2400" b="0" i="0" baseline="0">
                <a:solidFill>
                  <a:schemeClr val="accent1"/>
                </a:solidFill>
                <a:latin typeface="Arial" panose="020B0604020202020204" pitchFamily="34" charset="0"/>
              </a:defRPr>
            </a:lvl1pPr>
          </a:lstStyle>
          <a:p>
            <a:pPr lvl="0"/>
            <a:r>
              <a:rPr lang="en-US" dirty="0"/>
              <a:t>Position Title</a:t>
            </a:r>
          </a:p>
        </p:txBody>
      </p:sp>
    </p:spTree>
    <p:extLst>
      <p:ext uri="{BB962C8B-B14F-4D97-AF65-F5344CB8AC3E}">
        <p14:creationId xmlns:p14="http://schemas.microsoft.com/office/powerpoint/2010/main" val="2080205074"/>
      </p:ext>
    </p:extLst>
  </p:cSld>
  <p:clrMapOvr>
    <a:masterClrMapping/>
  </p:clrMapOvr>
  <p:transition>
    <p:fade/>
  </p:transition>
  <p:hf sldNum="0"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Quote Slide – Teal">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lvl1pPr>
              <a:defRPr b="0" i="0"/>
            </a:lvl1pPr>
          </a:lstStyle>
          <a:p>
            <a:endParaRPr lang="en-US" dirty="0"/>
          </a:p>
        </p:txBody>
      </p:sp>
      <p:sp>
        <p:nvSpPr>
          <p:cNvPr id="5" name="Slide Number Placeholder 4"/>
          <p:cNvSpPr>
            <a:spLocks noGrp="1"/>
          </p:cNvSpPr>
          <p:nvPr>
            <p:ph type="sldNum" sz="quarter" idx="12"/>
          </p:nvPr>
        </p:nvSpPr>
        <p:spPr/>
        <p:txBody>
          <a:bodyPr/>
          <a:lstStyle>
            <a:lvl1pPr>
              <a:defRPr b="0" i="0"/>
            </a:lvl1pPr>
          </a:lstStyle>
          <a:p>
            <a:fld id="{CC057153-B650-4DEB-B370-79DDCFDCE934}" type="slidenum">
              <a:rPr lang="en-US" smtClean="0"/>
              <a:t>‹#›</a:t>
            </a:fld>
            <a:endParaRPr lang="en-US"/>
          </a:p>
        </p:txBody>
      </p:sp>
      <p:sp>
        <p:nvSpPr>
          <p:cNvPr id="9" name="Text Placeholder 8"/>
          <p:cNvSpPr>
            <a:spLocks noGrp="1"/>
          </p:cNvSpPr>
          <p:nvPr>
            <p:ph type="body" sz="quarter" idx="13" hasCustomPrompt="1"/>
          </p:nvPr>
        </p:nvSpPr>
        <p:spPr>
          <a:xfrm>
            <a:off x="583468" y="1908315"/>
            <a:ext cx="10972431" cy="2809461"/>
          </a:xfrm>
          <a:prstGeom prst="rect">
            <a:avLst/>
          </a:prstGeom>
        </p:spPr>
        <p:txBody>
          <a:bodyPr anchor="ctr" anchorCtr="0">
            <a:normAutofit/>
          </a:bodyPr>
          <a:lstStyle>
            <a:lvl1pPr marL="0" indent="0">
              <a:lnSpc>
                <a:spcPct val="100000"/>
              </a:lnSpc>
              <a:buNone/>
              <a:defRPr sz="3733" b="0" i="0" baseline="0">
                <a:latin typeface="Arial" panose="020B0604020202020204" pitchFamily="34" charset="0"/>
                <a:ea typeface="Helvetica Neue" panose="02000503000000020004" pitchFamily="2" charset="0"/>
                <a:cs typeface="Arial" panose="020B0604020202020204" pitchFamily="34" charset="0"/>
              </a:defRPr>
            </a:lvl1pPr>
            <a:lvl2pPr marL="306900" indent="0">
              <a:buNone/>
              <a:defRPr>
                <a:latin typeface="+mn-lt"/>
              </a:defRPr>
            </a:lvl2pPr>
            <a:lvl3pPr marL="687881" indent="0">
              <a:buNone/>
              <a:defRPr>
                <a:latin typeface="+mn-lt"/>
              </a:defRPr>
            </a:lvl3pPr>
            <a:lvl4pPr marL="1066747" indent="0">
              <a:buNone/>
              <a:defRPr>
                <a:latin typeface="+mn-lt"/>
              </a:defRPr>
            </a:lvl4pPr>
            <a:lvl5pPr marL="1447728" indent="0">
              <a:buNone/>
              <a:defRPr>
                <a:latin typeface="+mn-lt"/>
              </a:defRPr>
            </a:lvl5pPr>
          </a:lstStyle>
          <a:p>
            <a:pPr lvl="0"/>
            <a:r>
              <a:rPr lang="en-US" dirty="0"/>
              <a:t>This page is an option should you wish to utilize a quote as a stand-alone slide within your presentation. The rest is </a:t>
            </a:r>
            <a:r>
              <a:rPr lang="en-US" dirty="0" err="1"/>
              <a:t>lorem</a:t>
            </a:r>
            <a:r>
              <a:rPr lang="en-US" dirty="0"/>
              <a:t> </a:t>
            </a:r>
            <a:r>
              <a:rPr lang="en-US" dirty="0" err="1"/>
              <a:t>ipsum</a:t>
            </a:r>
            <a:r>
              <a:rPr lang="en-US" dirty="0"/>
              <a:t>. </a:t>
            </a:r>
            <a:r>
              <a:rPr lang="en-US" dirty="0" err="1"/>
              <a:t>Ut</a:t>
            </a:r>
            <a:r>
              <a:rPr lang="en-US" dirty="0"/>
              <a:t> </a:t>
            </a:r>
            <a:r>
              <a:rPr lang="en-US" dirty="0" err="1"/>
              <a:t>enim</a:t>
            </a:r>
            <a:r>
              <a:rPr lang="en-US" dirty="0"/>
              <a:t> ad minim </a:t>
            </a:r>
            <a:r>
              <a:rPr lang="en-US" dirty="0" err="1"/>
              <a:t>quis</a:t>
            </a:r>
            <a:r>
              <a:rPr lang="en-US" dirty="0"/>
              <a:t> </a:t>
            </a:r>
            <a:r>
              <a:rPr lang="en-US" dirty="0" err="1"/>
              <a:t>nostrud</a:t>
            </a:r>
            <a:r>
              <a:rPr lang="en-US" dirty="0"/>
              <a:t>.</a:t>
            </a:r>
          </a:p>
        </p:txBody>
      </p:sp>
      <p:sp>
        <p:nvSpPr>
          <p:cNvPr id="13" name="Rectangle 12"/>
          <p:cNvSpPr/>
          <p:nvPr/>
        </p:nvSpPr>
        <p:spPr bwMode="auto">
          <a:xfrm>
            <a:off x="662608" y="3"/>
            <a:ext cx="1431235" cy="1577005"/>
          </a:xfrm>
          <a:prstGeom prst="rect">
            <a:avLst/>
          </a:prstGeom>
          <a:solidFill>
            <a:schemeClr val="accent2"/>
          </a:solidFill>
          <a:ln w="19050" algn="ctr">
            <a:noFill/>
            <a:miter lim="800000"/>
            <a:headEnd/>
            <a:tailEnd/>
          </a:ln>
        </p:spPr>
        <p:txBody>
          <a:bodyPr wrap="none" rtlCol="0" anchor="ctr"/>
          <a:lstStyle/>
          <a:p>
            <a:pPr algn="ctr">
              <a:lnSpc>
                <a:spcPct val="90000"/>
              </a:lnSpc>
            </a:pPr>
            <a:endParaRPr lang="en-US" sz="2133" b="0" i="0" dirty="0" err="1">
              <a:solidFill>
                <a:srgbClr val="90BD31"/>
              </a:solidFill>
              <a:latin typeface="Arial" panose="020B0604020202020204" pitchFamily="34" charset="0"/>
            </a:endParaRPr>
          </a:p>
        </p:txBody>
      </p:sp>
      <p:sp>
        <p:nvSpPr>
          <p:cNvPr id="12" name="TextBox 11"/>
          <p:cNvSpPr txBox="1"/>
          <p:nvPr/>
        </p:nvSpPr>
        <p:spPr bwMode="auto">
          <a:xfrm>
            <a:off x="579506" y="0"/>
            <a:ext cx="1590260" cy="2831544"/>
          </a:xfrm>
          <a:prstGeom prst="rect">
            <a:avLst/>
          </a:prstGeom>
          <a:noFill/>
          <a:ln w="19050" algn="ctr">
            <a:noFill/>
            <a:miter lim="800000"/>
            <a:headEnd/>
            <a:tailEnd/>
          </a:ln>
        </p:spPr>
        <p:txBody>
          <a:bodyPr wrap="square" lIns="0" tIns="0" rIns="0" bIns="0" rtlCol="0" anchor="ctr">
            <a:spAutoFit/>
          </a:bodyPr>
          <a:lstStyle/>
          <a:p>
            <a:pPr algn="ctr"/>
            <a:r>
              <a:rPr lang="en-US" sz="18400" b="0" i="0" dirty="0">
                <a:solidFill>
                  <a:schemeClr val="bg2"/>
                </a:solidFill>
                <a:latin typeface="Arial" panose="020B0604020202020204" pitchFamily="34" charset="0"/>
              </a:rPr>
              <a:t>“</a:t>
            </a:r>
          </a:p>
        </p:txBody>
      </p:sp>
      <p:sp>
        <p:nvSpPr>
          <p:cNvPr id="10" name="Text Placeholder 13"/>
          <p:cNvSpPr>
            <a:spLocks noGrp="1"/>
          </p:cNvSpPr>
          <p:nvPr>
            <p:ph type="body" sz="quarter" idx="14" hasCustomPrompt="1"/>
          </p:nvPr>
        </p:nvSpPr>
        <p:spPr>
          <a:xfrm>
            <a:off x="596899" y="4929106"/>
            <a:ext cx="8685277" cy="573905"/>
          </a:xfrm>
          <a:prstGeom prst="rect">
            <a:avLst/>
          </a:prstGeom>
        </p:spPr>
        <p:txBody>
          <a:bodyPr>
            <a:normAutofit/>
          </a:bodyPr>
          <a:lstStyle>
            <a:lvl1pPr marL="0" indent="0">
              <a:lnSpc>
                <a:spcPct val="100000"/>
              </a:lnSpc>
              <a:buNone/>
              <a:defRPr sz="2400" b="0" i="0">
                <a:solidFill>
                  <a:schemeClr val="accent2"/>
                </a:solidFill>
                <a:latin typeface="Arial" panose="020B0604020202020204" pitchFamily="34" charset="0"/>
              </a:defRPr>
            </a:lvl1pPr>
          </a:lstStyle>
          <a:p>
            <a:pPr lvl="0"/>
            <a:r>
              <a:rPr lang="en-US" dirty="0"/>
              <a:t>Author’s Name</a:t>
            </a:r>
          </a:p>
        </p:txBody>
      </p:sp>
      <p:sp>
        <p:nvSpPr>
          <p:cNvPr id="11" name="Text Placeholder 13"/>
          <p:cNvSpPr>
            <a:spLocks noGrp="1"/>
          </p:cNvSpPr>
          <p:nvPr>
            <p:ph type="body" sz="quarter" idx="15" hasCustomPrompt="1"/>
          </p:nvPr>
        </p:nvSpPr>
        <p:spPr>
          <a:xfrm>
            <a:off x="596899" y="5307938"/>
            <a:ext cx="8685277" cy="587916"/>
          </a:xfrm>
          <a:prstGeom prst="rect">
            <a:avLst/>
          </a:prstGeom>
        </p:spPr>
        <p:txBody>
          <a:bodyPr>
            <a:normAutofit/>
          </a:bodyPr>
          <a:lstStyle>
            <a:lvl1pPr marL="0" indent="0">
              <a:lnSpc>
                <a:spcPts val="2667"/>
              </a:lnSpc>
              <a:buNone/>
              <a:defRPr sz="2400" b="0" i="0" baseline="0">
                <a:solidFill>
                  <a:schemeClr val="accent2"/>
                </a:solidFill>
                <a:latin typeface="Arial" panose="020B0604020202020204" pitchFamily="34" charset="0"/>
              </a:defRPr>
            </a:lvl1pPr>
          </a:lstStyle>
          <a:p>
            <a:pPr lvl="0"/>
            <a:r>
              <a:rPr lang="en-US" dirty="0"/>
              <a:t>Position Title</a:t>
            </a:r>
          </a:p>
        </p:txBody>
      </p:sp>
    </p:spTree>
    <p:extLst>
      <p:ext uri="{BB962C8B-B14F-4D97-AF65-F5344CB8AC3E}">
        <p14:creationId xmlns:p14="http://schemas.microsoft.com/office/powerpoint/2010/main" val="3436560037"/>
      </p:ext>
    </p:extLst>
  </p:cSld>
  <p:clrMapOvr>
    <a:masterClrMapping/>
  </p:clrMapOvr>
  <p:transition>
    <p:fade/>
  </p:transition>
  <p:hf sldNum="0"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Quote Slide – Green">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lvl1pPr>
              <a:defRPr b="0" i="0"/>
            </a:lvl1pPr>
          </a:lstStyle>
          <a:p>
            <a:endParaRPr lang="en-US" dirty="0"/>
          </a:p>
        </p:txBody>
      </p:sp>
      <p:sp>
        <p:nvSpPr>
          <p:cNvPr id="5" name="Slide Number Placeholder 4"/>
          <p:cNvSpPr>
            <a:spLocks noGrp="1"/>
          </p:cNvSpPr>
          <p:nvPr>
            <p:ph type="sldNum" sz="quarter" idx="12"/>
          </p:nvPr>
        </p:nvSpPr>
        <p:spPr/>
        <p:txBody>
          <a:bodyPr/>
          <a:lstStyle>
            <a:lvl1pPr>
              <a:defRPr b="0" i="0"/>
            </a:lvl1pPr>
          </a:lstStyle>
          <a:p>
            <a:fld id="{CC057153-B650-4DEB-B370-79DDCFDCE934}" type="slidenum">
              <a:rPr lang="en-US" smtClean="0"/>
              <a:t>‹#›</a:t>
            </a:fld>
            <a:endParaRPr lang="en-US"/>
          </a:p>
        </p:txBody>
      </p:sp>
      <p:sp>
        <p:nvSpPr>
          <p:cNvPr id="9" name="Text Placeholder 8"/>
          <p:cNvSpPr>
            <a:spLocks noGrp="1"/>
          </p:cNvSpPr>
          <p:nvPr>
            <p:ph type="body" sz="quarter" idx="13" hasCustomPrompt="1"/>
          </p:nvPr>
        </p:nvSpPr>
        <p:spPr>
          <a:xfrm>
            <a:off x="583468" y="1908315"/>
            <a:ext cx="10972431" cy="2809461"/>
          </a:xfrm>
          <a:prstGeom prst="rect">
            <a:avLst/>
          </a:prstGeom>
        </p:spPr>
        <p:txBody>
          <a:bodyPr anchor="ctr" anchorCtr="0">
            <a:normAutofit/>
          </a:bodyPr>
          <a:lstStyle>
            <a:lvl1pPr marL="0" indent="0">
              <a:lnSpc>
                <a:spcPct val="100000"/>
              </a:lnSpc>
              <a:buNone/>
              <a:defRPr sz="3733" b="0" i="0" baseline="0">
                <a:latin typeface="Arial" panose="020B0604020202020204" pitchFamily="34" charset="0"/>
                <a:ea typeface="Helvetica Neue" panose="02000503000000020004" pitchFamily="2" charset="0"/>
                <a:cs typeface="Arial" panose="020B0604020202020204" pitchFamily="34" charset="0"/>
              </a:defRPr>
            </a:lvl1pPr>
            <a:lvl2pPr marL="306900" indent="0">
              <a:buNone/>
              <a:defRPr>
                <a:latin typeface="+mn-lt"/>
              </a:defRPr>
            </a:lvl2pPr>
            <a:lvl3pPr marL="687881" indent="0">
              <a:buNone/>
              <a:defRPr>
                <a:latin typeface="+mn-lt"/>
              </a:defRPr>
            </a:lvl3pPr>
            <a:lvl4pPr marL="1066747" indent="0">
              <a:buNone/>
              <a:defRPr>
                <a:latin typeface="+mn-lt"/>
              </a:defRPr>
            </a:lvl4pPr>
            <a:lvl5pPr marL="1447728" indent="0">
              <a:buNone/>
              <a:defRPr>
                <a:latin typeface="+mn-lt"/>
              </a:defRPr>
            </a:lvl5pPr>
          </a:lstStyle>
          <a:p>
            <a:pPr lvl="0"/>
            <a:r>
              <a:rPr lang="en-US" dirty="0"/>
              <a:t>This page is an option should you wish to utilize a quote as a stand-alone slide within your presentation. The rest is </a:t>
            </a:r>
            <a:r>
              <a:rPr lang="en-US" dirty="0" err="1"/>
              <a:t>lorem</a:t>
            </a:r>
            <a:r>
              <a:rPr lang="en-US" dirty="0"/>
              <a:t> </a:t>
            </a:r>
            <a:r>
              <a:rPr lang="en-US" dirty="0" err="1"/>
              <a:t>ipsum</a:t>
            </a:r>
            <a:r>
              <a:rPr lang="en-US" dirty="0"/>
              <a:t>. </a:t>
            </a:r>
            <a:r>
              <a:rPr lang="en-US" dirty="0" err="1"/>
              <a:t>Ut</a:t>
            </a:r>
            <a:r>
              <a:rPr lang="en-US" dirty="0"/>
              <a:t> </a:t>
            </a:r>
            <a:r>
              <a:rPr lang="en-US" dirty="0" err="1"/>
              <a:t>enim</a:t>
            </a:r>
            <a:r>
              <a:rPr lang="en-US" dirty="0"/>
              <a:t> ad minim </a:t>
            </a:r>
            <a:r>
              <a:rPr lang="en-US" dirty="0" err="1"/>
              <a:t>quis</a:t>
            </a:r>
            <a:r>
              <a:rPr lang="en-US" dirty="0"/>
              <a:t> </a:t>
            </a:r>
            <a:r>
              <a:rPr lang="en-US" dirty="0" err="1"/>
              <a:t>nostrud</a:t>
            </a:r>
            <a:r>
              <a:rPr lang="en-US" dirty="0"/>
              <a:t>.</a:t>
            </a:r>
          </a:p>
        </p:txBody>
      </p:sp>
      <p:sp>
        <p:nvSpPr>
          <p:cNvPr id="13" name="Rectangle 12"/>
          <p:cNvSpPr/>
          <p:nvPr/>
        </p:nvSpPr>
        <p:spPr bwMode="auto">
          <a:xfrm>
            <a:off x="662608" y="3"/>
            <a:ext cx="1431235" cy="1577005"/>
          </a:xfrm>
          <a:prstGeom prst="rect">
            <a:avLst/>
          </a:prstGeom>
          <a:solidFill>
            <a:schemeClr val="accent3"/>
          </a:solidFill>
          <a:ln w="19050" algn="ctr">
            <a:noFill/>
            <a:miter lim="800000"/>
            <a:headEnd/>
            <a:tailEnd/>
          </a:ln>
        </p:spPr>
        <p:txBody>
          <a:bodyPr wrap="none" rtlCol="0" anchor="ctr"/>
          <a:lstStyle/>
          <a:p>
            <a:pPr algn="ctr">
              <a:lnSpc>
                <a:spcPct val="90000"/>
              </a:lnSpc>
            </a:pPr>
            <a:endParaRPr lang="en-US" sz="2133" b="0" i="0" dirty="0" err="1">
              <a:solidFill>
                <a:srgbClr val="90BD31"/>
              </a:solidFill>
              <a:latin typeface="Arial" panose="020B0604020202020204" pitchFamily="34" charset="0"/>
            </a:endParaRPr>
          </a:p>
        </p:txBody>
      </p:sp>
      <p:sp>
        <p:nvSpPr>
          <p:cNvPr id="12" name="TextBox 11"/>
          <p:cNvSpPr txBox="1"/>
          <p:nvPr/>
        </p:nvSpPr>
        <p:spPr bwMode="auto">
          <a:xfrm>
            <a:off x="579506" y="0"/>
            <a:ext cx="1590260" cy="2831544"/>
          </a:xfrm>
          <a:prstGeom prst="rect">
            <a:avLst/>
          </a:prstGeom>
          <a:noFill/>
          <a:ln w="19050" algn="ctr">
            <a:noFill/>
            <a:miter lim="800000"/>
            <a:headEnd/>
            <a:tailEnd/>
          </a:ln>
        </p:spPr>
        <p:txBody>
          <a:bodyPr wrap="square" lIns="0" tIns="0" rIns="0" bIns="0" rtlCol="0" anchor="ctr">
            <a:spAutoFit/>
          </a:bodyPr>
          <a:lstStyle/>
          <a:p>
            <a:pPr algn="ctr"/>
            <a:r>
              <a:rPr lang="en-US" sz="18400" b="0" i="0" dirty="0">
                <a:solidFill>
                  <a:schemeClr val="bg2"/>
                </a:solidFill>
                <a:latin typeface="Arial" panose="020B0604020202020204" pitchFamily="34" charset="0"/>
              </a:rPr>
              <a:t>“</a:t>
            </a:r>
          </a:p>
        </p:txBody>
      </p:sp>
      <p:sp>
        <p:nvSpPr>
          <p:cNvPr id="10" name="Text Placeholder 13"/>
          <p:cNvSpPr>
            <a:spLocks noGrp="1"/>
          </p:cNvSpPr>
          <p:nvPr>
            <p:ph type="body" sz="quarter" idx="14" hasCustomPrompt="1"/>
          </p:nvPr>
        </p:nvSpPr>
        <p:spPr>
          <a:xfrm>
            <a:off x="596899" y="4929106"/>
            <a:ext cx="8685277" cy="573905"/>
          </a:xfrm>
          <a:prstGeom prst="rect">
            <a:avLst/>
          </a:prstGeom>
        </p:spPr>
        <p:txBody>
          <a:bodyPr>
            <a:normAutofit/>
          </a:bodyPr>
          <a:lstStyle>
            <a:lvl1pPr marL="0" indent="0">
              <a:lnSpc>
                <a:spcPct val="100000"/>
              </a:lnSpc>
              <a:buNone/>
              <a:defRPr sz="2400" b="0" i="0">
                <a:solidFill>
                  <a:schemeClr val="accent3"/>
                </a:solidFill>
                <a:latin typeface="Arial" panose="020B0604020202020204" pitchFamily="34" charset="0"/>
              </a:defRPr>
            </a:lvl1pPr>
          </a:lstStyle>
          <a:p>
            <a:pPr lvl="0"/>
            <a:r>
              <a:rPr lang="en-US" dirty="0"/>
              <a:t>Author’s Name</a:t>
            </a:r>
          </a:p>
        </p:txBody>
      </p:sp>
      <p:sp>
        <p:nvSpPr>
          <p:cNvPr id="11" name="Text Placeholder 13"/>
          <p:cNvSpPr>
            <a:spLocks noGrp="1"/>
          </p:cNvSpPr>
          <p:nvPr>
            <p:ph type="body" sz="quarter" idx="15" hasCustomPrompt="1"/>
          </p:nvPr>
        </p:nvSpPr>
        <p:spPr>
          <a:xfrm>
            <a:off x="596899" y="5307938"/>
            <a:ext cx="8685277" cy="587916"/>
          </a:xfrm>
          <a:prstGeom prst="rect">
            <a:avLst/>
          </a:prstGeom>
        </p:spPr>
        <p:txBody>
          <a:bodyPr>
            <a:normAutofit/>
          </a:bodyPr>
          <a:lstStyle>
            <a:lvl1pPr marL="0" indent="0">
              <a:lnSpc>
                <a:spcPts val="2667"/>
              </a:lnSpc>
              <a:buNone/>
              <a:defRPr sz="2400" b="0" i="0" baseline="0">
                <a:solidFill>
                  <a:schemeClr val="accent3"/>
                </a:solidFill>
                <a:latin typeface="Arial" panose="020B0604020202020204" pitchFamily="34" charset="0"/>
              </a:defRPr>
            </a:lvl1pPr>
          </a:lstStyle>
          <a:p>
            <a:pPr lvl="0"/>
            <a:r>
              <a:rPr lang="en-US" dirty="0"/>
              <a:t>Position Title</a:t>
            </a:r>
          </a:p>
        </p:txBody>
      </p:sp>
    </p:spTree>
    <p:extLst>
      <p:ext uri="{BB962C8B-B14F-4D97-AF65-F5344CB8AC3E}">
        <p14:creationId xmlns:p14="http://schemas.microsoft.com/office/powerpoint/2010/main" val="3077151147"/>
      </p:ext>
    </p:extLst>
  </p:cSld>
  <p:clrMapOvr>
    <a:masterClrMapping/>
  </p:clrMapOvr>
  <p:transition>
    <p:fade/>
  </p:transition>
  <p:hf sldNum="0"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Section Header – Blue">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D91175AD-5EC8-6C49-8218-F38BDE3E8622}"/>
              </a:ext>
            </a:extLst>
          </p:cNvPr>
          <p:cNvPicPr>
            <a:picLocks noChangeAspect="1"/>
          </p:cNvPicPr>
          <p:nvPr/>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68552" t="35459" r="2030" b="-21848"/>
          <a:stretch/>
        </p:blipFill>
        <p:spPr>
          <a:xfrm rot="5400000">
            <a:off x="3496733" y="-1837265"/>
            <a:ext cx="6858000" cy="10532533"/>
          </a:xfrm>
          <a:prstGeom prst="rect">
            <a:avLst/>
          </a:prstGeom>
        </p:spPr>
      </p:pic>
      <p:sp>
        <p:nvSpPr>
          <p:cNvPr id="14" name="Rectangle 13"/>
          <p:cNvSpPr/>
          <p:nvPr/>
        </p:nvSpPr>
        <p:spPr bwMode="auto">
          <a:xfrm>
            <a:off x="3" y="2363626"/>
            <a:ext cx="9402305" cy="1881809"/>
          </a:xfrm>
          <a:prstGeom prst="rect">
            <a:avLst/>
          </a:prstGeom>
          <a:solidFill>
            <a:schemeClr val="accent1"/>
          </a:solidFill>
          <a:ln w="19050" algn="ctr">
            <a:noFill/>
            <a:miter lim="800000"/>
            <a:headEnd/>
            <a:tailEnd/>
          </a:ln>
        </p:spPr>
        <p:txBody>
          <a:bodyPr wrap="none" rtlCol="0" anchor="ctr"/>
          <a:lstStyle/>
          <a:p>
            <a:pPr algn="ctr">
              <a:lnSpc>
                <a:spcPct val="90000"/>
              </a:lnSpc>
            </a:pPr>
            <a:endParaRPr lang="en-US" sz="2133" b="0" i="0" dirty="0" err="1">
              <a:solidFill>
                <a:schemeClr val="bg1"/>
              </a:solidFill>
              <a:latin typeface="Arial" panose="020B0604020202020204" pitchFamily="34" charset="0"/>
            </a:endParaRPr>
          </a:p>
        </p:txBody>
      </p:sp>
      <p:sp>
        <p:nvSpPr>
          <p:cNvPr id="4" name="Footer Placeholder 3"/>
          <p:cNvSpPr>
            <a:spLocks noGrp="1"/>
          </p:cNvSpPr>
          <p:nvPr>
            <p:ph type="ftr" sz="quarter" idx="11"/>
          </p:nvPr>
        </p:nvSpPr>
        <p:spPr/>
        <p:txBody>
          <a:bodyPr/>
          <a:lstStyle>
            <a:lvl1pPr>
              <a:defRPr b="0" i="0"/>
            </a:lvl1pPr>
          </a:lstStyle>
          <a:p>
            <a:endParaRPr lang="en-US" dirty="0"/>
          </a:p>
        </p:txBody>
      </p:sp>
      <p:sp>
        <p:nvSpPr>
          <p:cNvPr id="5" name="Slide Number Placeholder 4"/>
          <p:cNvSpPr>
            <a:spLocks noGrp="1"/>
          </p:cNvSpPr>
          <p:nvPr>
            <p:ph type="sldNum" sz="quarter" idx="12"/>
          </p:nvPr>
        </p:nvSpPr>
        <p:spPr/>
        <p:txBody>
          <a:bodyPr/>
          <a:lstStyle>
            <a:lvl1pPr>
              <a:defRPr b="0" i="0"/>
            </a:lvl1pPr>
          </a:lstStyle>
          <a:p>
            <a:fld id="{CC057153-B650-4DEB-B370-79DDCFDCE934}" type="slidenum">
              <a:rPr lang="en-US" smtClean="0"/>
              <a:t>‹#›</a:t>
            </a:fld>
            <a:endParaRPr lang="en-US"/>
          </a:p>
        </p:txBody>
      </p:sp>
      <p:sp>
        <p:nvSpPr>
          <p:cNvPr id="15" name="Title 15"/>
          <p:cNvSpPr>
            <a:spLocks noGrp="1"/>
          </p:cNvSpPr>
          <p:nvPr>
            <p:ph type="title" hasCustomPrompt="1"/>
          </p:nvPr>
        </p:nvSpPr>
        <p:spPr>
          <a:xfrm>
            <a:off x="604780" y="2559253"/>
            <a:ext cx="8580549" cy="1477195"/>
          </a:xfrm>
          <a:prstGeom prst="rect">
            <a:avLst/>
          </a:prstGeom>
        </p:spPr>
        <p:txBody>
          <a:bodyPr anchor="ctr">
            <a:noAutofit/>
          </a:bodyPr>
          <a:lstStyle>
            <a:lvl1pPr>
              <a:defRPr sz="4800" b="0" i="0" baseline="0">
                <a:solidFill>
                  <a:schemeClr val="bg1"/>
                </a:solidFill>
                <a:latin typeface="Garamond" panose="02020404030301010803" pitchFamily="18" charset="0"/>
                <a:ea typeface="Helvetica Neue" panose="02000503000000020004" pitchFamily="2" charset="0"/>
                <a:cs typeface="Arial" panose="020B0604020202020204" pitchFamily="34" charset="0"/>
              </a:defRPr>
            </a:lvl1pPr>
          </a:lstStyle>
          <a:p>
            <a:r>
              <a:rPr lang="en-US" dirty="0"/>
              <a:t>Section Header Here</a:t>
            </a:r>
          </a:p>
        </p:txBody>
      </p:sp>
      <p:cxnSp>
        <p:nvCxnSpPr>
          <p:cNvPr id="7" name="Straight Connector 6">
            <a:extLst>
              <a:ext uri="{FF2B5EF4-FFF2-40B4-BE49-F238E27FC236}">
                <a16:creationId xmlns:a16="http://schemas.microsoft.com/office/drawing/2014/main" id="{62CCB472-92BE-5E48-80A6-FC260AA96B83}"/>
              </a:ext>
            </a:extLst>
          </p:cNvPr>
          <p:cNvCxnSpPr/>
          <p:nvPr/>
        </p:nvCxnSpPr>
        <p:spPr>
          <a:xfrm>
            <a:off x="370417" y="6250080"/>
            <a:ext cx="11460480" cy="0"/>
          </a:xfrm>
          <a:prstGeom prst="line">
            <a:avLst/>
          </a:prstGeom>
          <a:noFill/>
          <a:ln w="3175" cap="flat">
            <a:solidFill>
              <a:schemeClr val="tx1"/>
            </a:solidFill>
            <a:prstDash val="solid"/>
            <a:miter lim="800000"/>
            <a:headEnd/>
            <a:tailEnd/>
          </a:ln>
          <a:extLst>
            <a:ext uri="{909E8E84-426E-40DD-AFC4-6F175D3DCCD1}">
              <a14:hiddenFill xmlns:a14="http://schemas.microsoft.com/office/drawing/2010/main">
                <a:noFill/>
              </a14:hiddenFill>
            </a:ext>
          </a:extLst>
        </p:spPr>
      </p:cxnSp>
      <p:sp>
        <p:nvSpPr>
          <p:cNvPr id="8" name="Freeform 77">
            <a:extLst>
              <a:ext uri="{FF2B5EF4-FFF2-40B4-BE49-F238E27FC236}">
                <a16:creationId xmlns:a16="http://schemas.microsoft.com/office/drawing/2014/main" id="{4ABB29B8-DCAF-7B40-9E52-219D904D83D6}"/>
              </a:ext>
            </a:extLst>
          </p:cNvPr>
          <p:cNvSpPr>
            <a:spLocks/>
          </p:cNvSpPr>
          <p:nvPr/>
        </p:nvSpPr>
        <p:spPr bwMode="auto">
          <a:xfrm>
            <a:off x="11190818" y="6400801"/>
            <a:ext cx="641349" cy="308099"/>
          </a:xfrm>
          <a:custGeom>
            <a:avLst/>
            <a:gdLst>
              <a:gd name="T0" fmla="*/ 350 w 350"/>
              <a:gd name="T1" fmla="*/ 52 h 168"/>
              <a:gd name="T2" fmla="*/ 270 w 350"/>
              <a:gd name="T3" fmla="*/ 130 h 168"/>
              <a:gd name="T4" fmla="*/ 240 w 350"/>
              <a:gd name="T5" fmla="*/ 100 h 168"/>
              <a:gd name="T6" fmla="*/ 205 w 350"/>
              <a:gd name="T7" fmla="*/ 91 h 168"/>
              <a:gd name="T8" fmla="*/ 201 w 350"/>
              <a:gd name="T9" fmla="*/ 86 h 168"/>
              <a:gd name="T10" fmla="*/ 200 w 350"/>
              <a:gd name="T11" fmla="*/ 82 h 168"/>
              <a:gd name="T12" fmla="*/ 203 w 350"/>
              <a:gd name="T13" fmla="*/ 73 h 168"/>
              <a:gd name="T14" fmla="*/ 203 w 350"/>
              <a:gd name="T15" fmla="*/ 73 h 168"/>
              <a:gd name="T16" fmla="*/ 205 w 350"/>
              <a:gd name="T17" fmla="*/ 72 h 168"/>
              <a:gd name="T18" fmla="*/ 234 w 350"/>
              <a:gd name="T19" fmla="*/ 71 h 168"/>
              <a:gd name="T20" fmla="*/ 266 w 350"/>
              <a:gd name="T21" fmla="*/ 85 h 168"/>
              <a:gd name="T22" fmla="*/ 222 w 350"/>
              <a:gd name="T23" fmla="*/ 48 h 168"/>
              <a:gd name="T24" fmla="*/ 179 w 350"/>
              <a:gd name="T25" fmla="*/ 73 h 168"/>
              <a:gd name="T26" fmla="*/ 178 w 350"/>
              <a:gd name="T27" fmla="*/ 76 h 168"/>
              <a:gd name="T28" fmla="*/ 122 w 350"/>
              <a:gd name="T29" fmla="*/ 60 h 168"/>
              <a:gd name="T30" fmla="*/ 178 w 350"/>
              <a:gd name="T31" fmla="*/ 41 h 168"/>
              <a:gd name="T32" fmla="*/ 153 w 350"/>
              <a:gd name="T33" fmla="*/ 0 h 168"/>
              <a:gd name="T34" fmla="*/ 97 w 350"/>
              <a:gd name="T35" fmla="*/ 2 h 168"/>
              <a:gd name="T36" fmla="*/ 72 w 350"/>
              <a:gd name="T37" fmla="*/ 73 h 168"/>
              <a:gd name="T38" fmla="*/ 25 w 350"/>
              <a:gd name="T39" fmla="*/ 73 h 168"/>
              <a:gd name="T40" fmla="*/ 0 w 350"/>
              <a:gd name="T41" fmla="*/ 2 h 168"/>
              <a:gd name="T42" fmla="*/ 48 w 350"/>
              <a:gd name="T43" fmla="*/ 119 h 168"/>
              <a:gd name="T44" fmla="*/ 97 w 350"/>
              <a:gd name="T45" fmla="*/ 64 h 168"/>
              <a:gd name="T46" fmla="*/ 187 w 350"/>
              <a:gd name="T47" fmla="*/ 107 h 168"/>
              <a:gd name="T48" fmla="*/ 214 w 350"/>
              <a:gd name="T49" fmla="*/ 117 h 168"/>
              <a:gd name="T50" fmla="*/ 242 w 350"/>
              <a:gd name="T51" fmla="*/ 125 h 168"/>
              <a:gd name="T52" fmla="*/ 237 w 350"/>
              <a:gd name="T53" fmla="*/ 147 h 168"/>
              <a:gd name="T54" fmla="*/ 203 w 350"/>
              <a:gd name="T55" fmla="*/ 141 h 168"/>
              <a:gd name="T56" fmla="*/ 176 w 350"/>
              <a:gd name="T57" fmla="*/ 130 h 168"/>
              <a:gd name="T58" fmla="*/ 224 w 350"/>
              <a:gd name="T59" fmla="*/ 168 h 168"/>
              <a:gd name="T60" fmla="*/ 270 w 350"/>
              <a:gd name="T61" fmla="*/ 134 h 168"/>
              <a:gd name="T62" fmla="*/ 295 w 350"/>
              <a:gd name="T63" fmla="*/ 166 h 168"/>
              <a:gd name="T64" fmla="*/ 343 w 350"/>
              <a:gd name="T65" fmla="*/ 119 h 168"/>
              <a:gd name="T66" fmla="*/ 295 w 350"/>
              <a:gd name="T67" fmla="*/ 99 h 168"/>
              <a:gd name="T68" fmla="*/ 350 w 350"/>
              <a:gd name="T69" fmla="*/ 73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50" h="168">
                <a:moveTo>
                  <a:pt x="350" y="73"/>
                </a:moveTo>
                <a:cubicBezTo>
                  <a:pt x="350" y="52"/>
                  <a:pt x="350" y="52"/>
                  <a:pt x="350" y="52"/>
                </a:cubicBezTo>
                <a:cubicBezTo>
                  <a:pt x="270" y="52"/>
                  <a:pt x="270" y="52"/>
                  <a:pt x="270" y="52"/>
                </a:cubicBezTo>
                <a:cubicBezTo>
                  <a:pt x="270" y="130"/>
                  <a:pt x="270" y="130"/>
                  <a:pt x="270" y="130"/>
                </a:cubicBezTo>
                <a:cubicBezTo>
                  <a:pt x="269" y="121"/>
                  <a:pt x="266" y="114"/>
                  <a:pt x="260" y="109"/>
                </a:cubicBezTo>
                <a:cubicBezTo>
                  <a:pt x="255" y="105"/>
                  <a:pt x="249" y="102"/>
                  <a:pt x="240" y="100"/>
                </a:cubicBezTo>
                <a:cubicBezTo>
                  <a:pt x="220" y="96"/>
                  <a:pt x="220" y="96"/>
                  <a:pt x="220" y="96"/>
                </a:cubicBezTo>
                <a:cubicBezTo>
                  <a:pt x="213" y="94"/>
                  <a:pt x="208" y="92"/>
                  <a:pt x="205" y="91"/>
                </a:cubicBezTo>
                <a:cubicBezTo>
                  <a:pt x="203" y="90"/>
                  <a:pt x="201" y="88"/>
                  <a:pt x="201" y="86"/>
                </a:cubicBezTo>
                <a:cubicBezTo>
                  <a:pt x="201" y="86"/>
                  <a:pt x="201" y="86"/>
                  <a:pt x="201" y="86"/>
                </a:cubicBezTo>
                <a:cubicBezTo>
                  <a:pt x="201" y="86"/>
                  <a:pt x="201" y="86"/>
                  <a:pt x="201" y="86"/>
                </a:cubicBezTo>
                <a:cubicBezTo>
                  <a:pt x="200" y="85"/>
                  <a:pt x="200" y="83"/>
                  <a:pt x="200" y="82"/>
                </a:cubicBezTo>
                <a:cubicBezTo>
                  <a:pt x="200" y="78"/>
                  <a:pt x="201" y="75"/>
                  <a:pt x="203" y="73"/>
                </a:cubicBezTo>
                <a:cubicBezTo>
                  <a:pt x="203" y="73"/>
                  <a:pt x="203" y="73"/>
                  <a:pt x="203" y="73"/>
                </a:cubicBezTo>
                <a:cubicBezTo>
                  <a:pt x="203" y="73"/>
                  <a:pt x="203" y="73"/>
                  <a:pt x="203" y="73"/>
                </a:cubicBezTo>
                <a:cubicBezTo>
                  <a:pt x="203" y="73"/>
                  <a:pt x="203" y="73"/>
                  <a:pt x="203" y="73"/>
                </a:cubicBezTo>
                <a:cubicBezTo>
                  <a:pt x="203" y="73"/>
                  <a:pt x="203" y="73"/>
                  <a:pt x="203" y="73"/>
                </a:cubicBezTo>
                <a:cubicBezTo>
                  <a:pt x="204" y="72"/>
                  <a:pt x="205" y="72"/>
                  <a:pt x="205" y="72"/>
                </a:cubicBezTo>
                <a:cubicBezTo>
                  <a:pt x="209" y="69"/>
                  <a:pt x="214" y="68"/>
                  <a:pt x="220" y="68"/>
                </a:cubicBezTo>
                <a:cubicBezTo>
                  <a:pt x="226" y="68"/>
                  <a:pt x="231" y="69"/>
                  <a:pt x="234" y="71"/>
                </a:cubicBezTo>
                <a:cubicBezTo>
                  <a:pt x="240" y="74"/>
                  <a:pt x="243" y="78"/>
                  <a:pt x="243" y="85"/>
                </a:cubicBezTo>
                <a:cubicBezTo>
                  <a:pt x="266" y="85"/>
                  <a:pt x="266" y="85"/>
                  <a:pt x="266" y="85"/>
                </a:cubicBezTo>
                <a:cubicBezTo>
                  <a:pt x="266" y="73"/>
                  <a:pt x="261" y="64"/>
                  <a:pt x="253" y="58"/>
                </a:cubicBezTo>
                <a:cubicBezTo>
                  <a:pt x="244" y="51"/>
                  <a:pt x="234" y="48"/>
                  <a:pt x="222" y="48"/>
                </a:cubicBezTo>
                <a:cubicBezTo>
                  <a:pt x="207" y="48"/>
                  <a:pt x="196" y="52"/>
                  <a:pt x="189" y="58"/>
                </a:cubicBezTo>
                <a:cubicBezTo>
                  <a:pt x="184" y="62"/>
                  <a:pt x="181" y="67"/>
                  <a:pt x="179" y="73"/>
                </a:cubicBezTo>
                <a:cubicBezTo>
                  <a:pt x="179" y="73"/>
                  <a:pt x="179" y="73"/>
                  <a:pt x="179" y="73"/>
                </a:cubicBezTo>
                <a:cubicBezTo>
                  <a:pt x="179" y="74"/>
                  <a:pt x="179" y="75"/>
                  <a:pt x="178" y="76"/>
                </a:cubicBezTo>
                <a:cubicBezTo>
                  <a:pt x="176" y="89"/>
                  <a:pt x="167" y="98"/>
                  <a:pt x="153" y="98"/>
                </a:cubicBezTo>
                <a:cubicBezTo>
                  <a:pt x="131" y="98"/>
                  <a:pt x="122" y="79"/>
                  <a:pt x="122" y="60"/>
                </a:cubicBezTo>
                <a:cubicBezTo>
                  <a:pt x="122" y="40"/>
                  <a:pt x="131" y="21"/>
                  <a:pt x="153" y="21"/>
                </a:cubicBezTo>
                <a:cubicBezTo>
                  <a:pt x="166" y="21"/>
                  <a:pt x="176" y="29"/>
                  <a:pt x="178" y="41"/>
                </a:cubicBezTo>
                <a:cubicBezTo>
                  <a:pt x="202" y="41"/>
                  <a:pt x="202" y="41"/>
                  <a:pt x="202" y="41"/>
                </a:cubicBezTo>
                <a:cubicBezTo>
                  <a:pt x="199" y="14"/>
                  <a:pt x="178" y="0"/>
                  <a:pt x="153" y="0"/>
                </a:cubicBezTo>
                <a:cubicBezTo>
                  <a:pt x="119" y="0"/>
                  <a:pt x="99" y="24"/>
                  <a:pt x="97" y="55"/>
                </a:cubicBezTo>
                <a:cubicBezTo>
                  <a:pt x="97" y="2"/>
                  <a:pt x="97" y="2"/>
                  <a:pt x="97" y="2"/>
                </a:cubicBezTo>
                <a:cubicBezTo>
                  <a:pt x="72" y="2"/>
                  <a:pt x="72" y="2"/>
                  <a:pt x="72" y="2"/>
                </a:cubicBezTo>
                <a:cubicBezTo>
                  <a:pt x="72" y="73"/>
                  <a:pt x="72" y="73"/>
                  <a:pt x="72" y="73"/>
                </a:cubicBezTo>
                <a:cubicBezTo>
                  <a:pt x="72" y="90"/>
                  <a:pt x="66" y="98"/>
                  <a:pt x="48" y="98"/>
                </a:cubicBezTo>
                <a:cubicBezTo>
                  <a:pt x="28" y="98"/>
                  <a:pt x="25" y="86"/>
                  <a:pt x="25" y="73"/>
                </a:cubicBezTo>
                <a:cubicBezTo>
                  <a:pt x="25" y="2"/>
                  <a:pt x="25" y="2"/>
                  <a:pt x="25" y="2"/>
                </a:cubicBezTo>
                <a:cubicBezTo>
                  <a:pt x="0" y="2"/>
                  <a:pt x="0" y="2"/>
                  <a:pt x="0" y="2"/>
                </a:cubicBezTo>
                <a:cubicBezTo>
                  <a:pt x="0" y="73"/>
                  <a:pt x="0" y="73"/>
                  <a:pt x="0" y="73"/>
                </a:cubicBezTo>
                <a:cubicBezTo>
                  <a:pt x="0" y="104"/>
                  <a:pt x="18" y="119"/>
                  <a:pt x="48" y="119"/>
                </a:cubicBezTo>
                <a:cubicBezTo>
                  <a:pt x="79" y="119"/>
                  <a:pt x="97" y="104"/>
                  <a:pt x="97" y="73"/>
                </a:cubicBezTo>
                <a:cubicBezTo>
                  <a:pt x="97" y="64"/>
                  <a:pt x="97" y="64"/>
                  <a:pt x="97" y="64"/>
                </a:cubicBezTo>
                <a:cubicBezTo>
                  <a:pt x="99" y="95"/>
                  <a:pt x="119" y="119"/>
                  <a:pt x="153" y="119"/>
                </a:cubicBezTo>
                <a:cubicBezTo>
                  <a:pt x="167" y="119"/>
                  <a:pt x="179" y="115"/>
                  <a:pt x="187" y="107"/>
                </a:cubicBezTo>
                <a:cubicBezTo>
                  <a:pt x="188" y="107"/>
                  <a:pt x="189" y="108"/>
                  <a:pt x="189" y="108"/>
                </a:cubicBezTo>
                <a:cubicBezTo>
                  <a:pt x="194" y="111"/>
                  <a:pt x="202" y="114"/>
                  <a:pt x="214" y="117"/>
                </a:cubicBezTo>
                <a:cubicBezTo>
                  <a:pt x="226" y="119"/>
                  <a:pt x="226" y="119"/>
                  <a:pt x="226" y="119"/>
                </a:cubicBezTo>
                <a:cubicBezTo>
                  <a:pt x="234" y="121"/>
                  <a:pt x="239" y="123"/>
                  <a:pt x="242" y="125"/>
                </a:cubicBezTo>
                <a:cubicBezTo>
                  <a:pt x="245" y="127"/>
                  <a:pt x="247" y="130"/>
                  <a:pt x="247" y="133"/>
                </a:cubicBezTo>
                <a:cubicBezTo>
                  <a:pt x="247" y="140"/>
                  <a:pt x="244" y="144"/>
                  <a:pt x="237" y="147"/>
                </a:cubicBezTo>
                <a:cubicBezTo>
                  <a:pt x="233" y="148"/>
                  <a:pt x="229" y="148"/>
                  <a:pt x="223" y="148"/>
                </a:cubicBezTo>
                <a:cubicBezTo>
                  <a:pt x="213" y="148"/>
                  <a:pt x="207" y="146"/>
                  <a:pt x="203" y="141"/>
                </a:cubicBezTo>
                <a:cubicBezTo>
                  <a:pt x="201" y="139"/>
                  <a:pt x="199" y="135"/>
                  <a:pt x="198" y="130"/>
                </a:cubicBezTo>
                <a:cubicBezTo>
                  <a:pt x="176" y="130"/>
                  <a:pt x="176" y="130"/>
                  <a:pt x="176" y="130"/>
                </a:cubicBezTo>
                <a:cubicBezTo>
                  <a:pt x="176" y="142"/>
                  <a:pt x="180" y="151"/>
                  <a:pt x="189" y="158"/>
                </a:cubicBezTo>
                <a:cubicBezTo>
                  <a:pt x="197" y="164"/>
                  <a:pt x="209" y="168"/>
                  <a:pt x="224" y="168"/>
                </a:cubicBezTo>
                <a:cubicBezTo>
                  <a:pt x="239" y="168"/>
                  <a:pt x="250" y="164"/>
                  <a:pt x="258" y="158"/>
                </a:cubicBezTo>
                <a:cubicBezTo>
                  <a:pt x="265" y="151"/>
                  <a:pt x="269" y="143"/>
                  <a:pt x="270" y="134"/>
                </a:cubicBezTo>
                <a:cubicBezTo>
                  <a:pt x="270" y="166"/>
                  <a:pt x="270" y="166"/>
                  <a:pt x="270" y="166"/>
                </a:cubicBezTo>
                <a:cubicBezTo>
                  <a:pt x="295" y="166"/>
                  <a:pt x="295" y="166"/>
                  <a:pt x="295" y="166"/>
                </a:cubicBezTo>
                <a:cubicBezTo>
                  <a:pt x="295" y="119"/>
                  <a:pt x="295" y="119"/>
                  <a:pt x="295" y="119"/>
                </a:cubicBezTo>
                <a:cubicBezTo>
                  <a:pt x="343" y="119"/>
                  <a:pt x="343" y="119"/>
                  <a:pt x="343" y="119"/>
                </a:cubicBezTo>
                <a:cubicBezTo>
                  <a:pt x="343" y="99"/>
                  <a:pt x="343" y="99"/>
                  <a:pt x="343" y="99"/>
                </a:cubicBezTo>
                <a:cubicBezTo>
                  <a:pt x="295" y="99"/>
                  <a:pt x="295" y="99"/>
                  <a:pt x="295" y="99"/>
                </a:cubicBezTo>
                <a:cubicBezTo>
                  <a:pt x="295" y="73"/>
                  <a:pt x="295" y="73"/>
                  <a:pt x="295" y="73"/>
                </a:cubicBezTo>
                <a:lnTo>
                  <a:pt x="350" y="73"/>
                </a:lnTo>
                <a:close/>
              </a:path>
            </a:pathLst>
          </a:custGeom>
          <a:solidFill>
            <a:schemeClr val="tx1"/>
          </a:solidFill>
          <a:ln>
            <a:noFill/>
          </a:ln>
        </p:spPr>
        <p:txBody>
          <a:bodyPr vert="horz" wrap="square" lIns="121920" tIns="60960" rIns="121920" bIns="60960" numCol="1" anchor="t" anchorCtr="0" compatLnSpc="1">
            <a:prstTxWarp prst="textNoShape">
              <a:avLst/>
            </a:prstTxWarp>
          </a:bodyPr>
          <a:lstStyle/>
          <a:p>
            <a:endParaRPr lang="en-US" sz="2400" b="0" i="0" dirty="0">
              <a:latin typeface="Arial" panose="020B0604020202020204" pitchFamily="34" charset="0"/>
              <a:ea typeface="Helvetica Neue" panose="02000503000000020004" pitchFamily="2" charset="0"/>
              <a:cs typeface="Arial" panose="020B0604020202020204" pitchFamily="34" charset="0"/>
            </a:endParaRPr>
          </a:p>
        </p:txBody>
      </p:sp>
    </p:spTree>
    <p:extLst>
      <p:ext uri="{BB962C8B-B14F-4D97-AF65-F5344CB8AC3E}">
        <p14:creationId xmlns:p14="http://schemas.microsoft.com/office/powerpoint/2010/main" val="907406854"/>
      </p:ext>
    </p:extLst>
  </p:cSld>
  <p:clrMapOvr>
    <a:masterClrMapping/>
  </p:clrMapOvr>
  <p:transition>
    <p:fade/>
  </p:transition>
  <p:hf sldNum="0"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Section Header – Teal">
    <p:spTree>
      <p:nvGrpSpPr>
        <p:cNvPr id="1" name=""/>
        <p:cNvGrpSpPr/>
        <p:nvPr/>
      </p:nvGrpSpPr>
      <p:grpSpPr>
        <a:xfrm>
          <a:off x="0" y="0"/>
          <a:ext cx="0" cy="0"/>
          <a:chOff x="0" y="0"/>
          <a:chExt cx="0" cy="0"/>
        </a:xfrm>
      </p:grpSpPr>
      <p:pic>
        <p:nvPicPr>
          <p:cNvPr id="11" name="Graphic 10">
            <a:extLst>
              <a:ext uri="{FF2B5EF4-FFF2-40B4-BE49-F238E27FC236}">
                <a16:creationId xmlns:a16="http://schemas.microsoft.com/office/drawing/2014/main" id="{452C1D42-AAA3-B04E-A034-F13587860331}"/>
              </a:ext>
            </a:extLst>
          </p:cNvPr>
          <p:cNvPicPr>
            <a:picLocks noChangeAspect="1"/>
          </p:cNvPicPr>
          <p:nvPr/>
        </p:nvPicPr>
        <p:blipFill rotWithShape="1">
          <a:blip r:embed="rId2" cstate="screen">
            <a:alphaModFix/>
            <a:extLst>
              <a:ext uri="{28A0092B-C50C-407E-A947-70E740481C1C}">
                <a14:useLocalDpi xmlns:a14="http://schemas.microsoft.com/office/drawing/2010/main"/>
              </a:ext>
              <a:ext uri="{96DAC541-7B7A-43D3-8B79-37D633B846F1}">
                <asvg:svgBlip xmlns:asvg="http://schemas.microsoft.com/office/drawing/2016/SVG/main" r:embed="rId3"/>
              </a:ext>
            </a:extLst>
          </a:blip>
          <a:srcRect l="-11183" t="13402" r="10781" b="28503"/>
          <a:stretch/>
        </p:blipFill>
        <p:spPr>
          <a:xfrm>
            <a:off x="-423333" y="-326882"/>
            <a:ext cx="12615333" cy="7184881"/>
          </a:xfrm>
          <a:prstGeom prst="rect">
            <a:avLst/>
          </a:prstGeom>
        </p:spPr>
      </p:pic>
      <p:sp>
        <p:nvSpPr>
          <p:cNvPr id="6" name="Rectangle 5"/>
          <p:cNvSpPr/>
          <p:nvPr/>
        </p:nvSpPr>
        <p:spPr bwMode="auto">
          <a:xfrm>
            <a:off x="3" y="2363626"/>
            <a:ext cx="9402305" cy="1881809"/>
          </a:xfrm>
          <a:prstGeom prst="rect">
            <a:avLst/>
          </a:prstGeom>
          <a:solidFill>
            <a:srgbClr val="18A3AC"/>
          </a:solidFill>
          <a:ln w="19050" algn="ctr">
            <a:noFill/>
            <a:miter lim="800000"/>
            <a:headEnd/>
            <a:tailEnd/>
          </a:ln>
        </p:spPr>
        <p:txBody>
          <a:bodyPr wrap="none" rtlCol="0" anchor="ctr"/>
          <a:lstStyle/>
          <a:p>
            <a:pPr algn="ctr">
              <a:lnSpc>
                <a:spcPct val="90000"/>
              </a:lnSpc>
            </a:pPr>
            <a:endParaRPr lang="en-US" sz="2133" b="0" i="0" dirty="0" err="1">
              <a:solidFill>
                <a:schemeClr val="bg1"/>
              </a:solidFill>
              <a:latin typeface="Arial" panose="020B0604020202020204" pitchFamily="34" charset="0"/>
            </a:endParaRPr>
          </a:p>
        </p:txBody>
      </p:sp>
      <p:sp>
        <p:nvSpPr>
          <p:cNvPr id="4" name="Footer Placeholder 3"/>
          <p:cNvSpPr>
            <a:spLocks noGrp="1"/>
          </p:cNvSpPr>
          <p:nvPr>
            <p:ph type="ftr" sz="quarter" idx="11"/>
          </p:nvPr>
        </p:nvSpPr>
        <p:spPr/>
        <p:txBody>
          <a:bodyPr/>
          <a:lstStyle>
            <a:lvl1pPr>
              <a:defRPr b="0" i="0"/>
            </a:lvl1pPr>
          </a:lstStyle>
          <a:p>
            <a:endParaRPr lang="en-US" dirty="0"/>
          </a:p>
        </p:txBody>
      </p:sp>
      <p:sp>
        <p:nvSpPr>
          <p:cNvPr id="5" name="Slide Number Placeholder 4"/>
          <p:cNvSpPr>
            <a:spLocks noGrp="1"/>
          </p:cNvSpPr>
          <p:nvPr>
            <p:ph type="sldNum" sz="quarter" idx="12"/>
          </p:nvPr>
        </p:nvSpPr>
        <p:spPr/>
        <p:txBody>
          <a:bodyPr/>
          <a:lstStyle>
            <a:lvl1pPr>
              <a:defRPr b="0" i="0"/>
            </a:lvl1pPr>
          </a:lstStyle>
          <a:p>
            <a:fld id="{CC057153-B650-4DEB-B370-79DDCFDCE934}" type="slidenum">
              <a:rPr lang="en-US" smtClean="0"/>
              <a:t>‹#›</a:t>
            </a:fld>
            <a:endParaRPr lang="en-US"/>
          </a:p>
        </p:txBody>
      </p:sp>
      <p:cxnSp>
        <p:nvCxnSpPr>
          <p:cNvPr id="9" name="Straight Connector 8">
            <a:extLst>
              <a:ext uri="{FF2B5EF4-FFF2-40B4-BE49-F238E27FC236}">
                <a16:creationId xmlns:a16="http://schemas.microsoft.com/office/drawing/2014/main" id="{E01C639F-F884-C946-B140-A9518C6FB9A8}"/>
              </a:ext>
            </a:extLst>
          </p:cNvPr>
          <p:cNvCxnSpPr/>
          <p:nvPr/>
        </p:nvCxnSpPr>
        <p:spPr>
          <a:xfrm>
            <a:off x="370417" y="6250080"/>
            <a:ext cx="11460480" cy="0"/>
          </a:xfrm>
          <a:prstGeom prst="line">
            <a:avLst/>
          </a:prstGeom>
          <a:noFill/>
          <a:ln w="3175" cap="flat">
            <a:solidFill>
              <a:schemeClr val="tx1"/>
            </a:solidFill>
            <a:prstDash val="solid"/>
            <a:miter lim="800000"/>
            <a:headEnd/>
            <a:tailEnd/>
          </a:ln>
          <a:extLst>
            <a:ext uri="{909E8E84-426E-40DD-AFC4-6F175D3DCCD1}">
              <a14:hiddenFill xmlns:a14="http://schemas.microsoft.com/office/drawing/2010/main">
                <a:noFill/>
              </a14:hiddenFill>
            </a:ext>
          </a:extLst>
        </p:spPr>
      </p:cxnSp>
      <p:sp>
        <p:nvSpPr>
          <p:cNvPr id="10" name="Freeform 77">
            <a:extLst>
              <a:ext uri="{FF2B5EF4-FFF2-40B4-BE49-F238E27FC236}">
                <a16:creationId xmlns:a16="http://schemas.microsoft.com/office/drawing/2014/main" id="{08B3EA4E-B6EE-2549-8EB7-C25BC2142E7C}"/>
              </a:ext>
            </a:extLst>
          </p:cNvPr>
          <p:cNvSpPr>
            <a:spLocks/>
          </p:cNvSpPr>
          <p:nvPr/>
        </p:nvSpPr>
        <p:spPr bwMode="auto">
          <a:xfrm>
            <a:off x="11190818" y="6400801"/>
            <a:ext cx="641349" cy="308099"/>
          </a:xfrm>
          <a:custGeom>
            <a:avLst/>
            <a:gdLst>
              <a:gd name="T0" fmla="*/ 350 w 350"/>
              <a:gd name="T1" fmla="*/ 52 h 168"/>
              <a:gd name="T2" fmla="*/ 270 w 350"/>
              <a:gd name="T3" fmla="*/ 130 h 168"/>
              <a:gd name="T4" fmla="*/ 240 w 350"/>
              <a:gd name="T5" fmla="*/ 100 h 168"/>
              <a:gd name="T6" fmla="*/ 205 w 350"/>
              <a:gd name="T7" fmla="*/ 91 h 168"/>
              <a:gd name="T8" fmla="*/ 201 w 350"/>
              <a:gd name="T9" fmla="*/ 86 h 168"/>
              <a:gd name="T10" fmla="*/ 200 w 350"/>
              <a:gd name="T11" fmla="*/ 82 h 168"/>
              <a:gd name="T12" fmla="*/ 203 w 350"/>
              <a:gd name="T13" fmla="*/ 73 h 168"/>
              <a:gd name="T14" fmla="*/ 203 w 350"/>
              <a:gd name="T15" fmla="*/ 73 h 168"/>
              <a:gd name="T16" fmla="*/ 205 w 350"/>
              <a:gd name="T17" fmla="*/ 72 h 168"/>
              <a:gd name="T18" fmla="*/ 234 w 350"/>
              <a:gd name="T19" fmla="*/ 71 h 168"/>
              <a:gd name="T20" fmla="*/ 266 w 350"/>
              <a:gd name="T21" fmla="*/ 85 h 168"/>
              <a:gd name="T22" fmla="*/ 222 w 350"/>
              <a:gd name="T23" fmla="*/ 48 h 168"/>
              <a:gd name="T24" fmla="*/ 179 w 350"/>
              <a:gd name="T25" fmla="*/ 73 h 168"/>
              <a:gd name="T26" fmla="*/ 178 w 350"/>
              <a:gd name="T27" fmla="*/ 76 h 168"/>
              <a:gd name="T28" fmla="*/ 122 w 350"/>
              <a:gd name="T29" fmla="*/ 60 h 168"/>
              <a:gd name="T30" fmla="*/ 178 w 350"/>
              <a:gd name="T31" fmla="*/ 41 h 168"/>
              <a:gd name="T32" fmla="*/ 153 w 350"/>
              <a:gd name="T33" fmla="*/ 0 h 168"/>
              <a:gd name="T34" fmla="*/ 97 w 350"/>
              <a:gd name="T35" fmla="*/ 2 h 168"/>
              <a:gd name="T36" fmla="*/ 72 w 350"/>
              <a:gd name="T37" fmla="*/ 73 h 168"/>
              <a:gd name="T38" fmla="*/ 25 w 350"/>
              <a:gd name="T39" fmla="*/ 73 h 168"/>
              <a:gd name="T40" fmla="*/ 0 w 350"/>
              <a:gd name="T41" fmla="*/ 2 h 168"/>
              <a:gd name="T42" fmla="*/ 48 w 350"/>
              <a:gd name="T43" fmla="*/ 119 h 168"/>
              <a:gd name="T44" fmla="*/ 97 w 350"/>
              <a:gd name="T45" fmla="*/ 64 h 168"/>
              <a:gd name="T46" fmla="*/ 187 w 350"/>
              <a:gd name="T47" fmla="*/ 107 h 168"/>
              <a:gd name="T48" fmla="*/ 214 w 350"/>
              <a:gd name="T49" fmla="*/ 117 h 168"/>
              <a:gd name="T50" fmla="*/ 242 w 350"/>
              <a:gd name="T51" fmla="*/ 125 h 168"/>
              <a:gd name="T52" fmla="*/ 237 w 350"/>
              <a:gd name="T53" fmla="*/ 147 h 168"/>
              <a:gd name="T54" fmla="*/ 203 w 350"/>
              <a:gd name="T55" fmla="*/ 141 h 168"/>
              <a:gd name="T56" fmla="*/ 176 w 350"/>
              <a:gd name="T57" fmla="*/ 130 h 168"/>
              <a:gd name="T58" fmla="*/ 224 w 350"/>
              <a:gd name="T59" fmla="*/ 168 h 168"/>
              <a:gd name="T60" fmla="*/ 270 w 350"/>
              <a:gd name="T61" fmla="*/ 134 h 168"/>
              <a:gd name="T62" fmla="*/ 295 w 350"/>
              <a:gd name="T63" fmla="*/ 166 h 168"/>
              <a:gd name="T64" fmla="*/ 343 w 350"/>
              <a:gd name="T65" fmla="*/ 119 h 168"/>
              <a:gd name="T66" fmla="*/ 295 w 350"/>
              <a:gd name="T67" fmla="*/ 99 h 168"/>
              <a:gd name="T68" fmla="*/ 350 w 350"/>
              <a:gd name="T69" fmla="*/ 73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50" h="168">
                <a:moveTo>
                  <a:pt x="350" y="73"/>
                </a:moveTo>
                <a:cubicBezTo>
                  <a:pt x="350" y="52"/>
                  <a:pt x="350" y="52"/>
                  <a:pt x="350" y="52"/>
                </a:cubicBezTo>
                <a:cubicBezTo>
                  <a:pt x="270" y="52"/>
                  <a:pt x="270" y="52"/>
                  <a:pt x="270" y="52"/>
                </a:cubicBezTo>
                <a:cubicBezTo>
                  <a:pt x="270" y="130"/>
                  <a:pt x="270" y="130"/>
                  <a:pt x="270" y="130"/>
                </a:cubicBezTo>
                <a:cubicBezTo>
                  <a:pt x="269" y="121"/>
                  <a:pt x="266" y="114"/>
                  <a:pt x="260" y="109"/>
                </a:cubicBezTo>
                <a:cubicBezTo>
                  <a:pt x="255" y="105"/>
                  <a:pt x="249" y="102"/>
                  <a:pt x="240" y="100"/>
                </a:cubicBezTo>
                <a:cubicBezTo>
                  <a:pt x="220" y="96"/>
                  <a:pt x="220" y="96"/>
                  <a:pt x="220" y="96"/>
                </a:cubicBezTo>
                <a:cubicBezTo>
                  <a:pt x="213" y="94"/>
                  <a:pt x="208" y="92"/>
                  <a:pt x="205" y="91"/>
                </a:cubicBezTo>
                <a:cubicBezTo>
                  <a:pt x="203" y="90"/>
                  <a:pt x="201" y="88"/>
                  <a:pt x="201" y="86"/>
                </a:cubicBezTo>
                <a:cubicBezTo>
                  <a:pt x="201" y="86"/>
                  <a:pt x="201" y="86"/>
                  <a:pt x="201" y="86"/>
                </a:cubicBezTo>
                <a:cubicBezTo>
                  <a:pt x="201" y="86"/>
                  <a:pt x="201" y="86"/>
                  <a:pt x="201" y="86"/>
                </a:cubicBezTo>
                <a:cubicBezTo>
                  <a:pt x="200" y="85"/>
                  <a:pt x="200" y="83"/>
                  <a:pt x="200" y="82"/>
                </a:cubicBezTo>
                <a:cubicBezTo>
                  <a:pt x="200" y="78"/>
                  <a:pt x="201" y="75"/>
                  <a:pt x="203" y="73"/>
                </a:cubicBezTo>
                <a:cubicBezTo>
                  <a:pt x="203" y="73"/>
                  <a:pt x="203" y="73"/>
                  <a:pt x="203" y="73"/>
                </a:cubicBezTo>
                <a:cubicBezTo>
                  <a:pt x="203" y="73"/>
                  <a:pt x="203" y="73"/>
                  <a:pt x="203" y="73"/>
                </a:cubicBezTo>
                <a:cubicBezTo>
                  <a:pt x="203" y="73"/>
                  <a:pt x="203" y="73"/>
                  <a:pt x="203" y="73"/>
                </a:cubicBezTo>
                <a:cubicBezTo>
                  <a:pt x="203" y="73"/>
                  <a:pt x="203" y="73"/>
                  <a:pt x="203" y="73"/>
                </a:cubicBezTo>
                <a:cubicBezTo>
                  <a:pt x="204" y="72"/>
                  <a:pt x="205" y="72"/>
                  <a:pt x="205" y="72"/>
                </a:cubicBezTo>
                <a:cubicBezTo>
                  <a:pt x="209" y="69"/>
                  <a:pt x="214" y="68"/>
                  <a:pt x="220" y="68"/>
                </a:cubicBezTo>
                <a:cubicBezTo>
                  <a:pt x="226" y="68"/>
                  <a:pt x="231" y="69"/>
                  <a:pt x="234" y="71"/>
                </a:cubicBezTo>
                <a:cubicBezTo>
                  <a:pt x="240" y="74"/>
                  <a:pt x="243" y="78"/>
                  <a:pt x="243" y="85"/>
                </a:cubicBezTo>
                <a:cubicBezTo>
                  <a:pt x="266" y="85"/>
                  <a:pt x="266" y="85"/>
                  <a:pt x="266" y="85"/>
                </a:cubicBezTo>
                <a:cubicBezTo>
                  <a:pt x="266" y="73"/>
                  <a:pt x="261" y="64"/>
                  <a:pt x="253" y="58"/>
                </a:cubicBezTo>
                <a:cubicBezTo>
                  <a:pt x="244" y="51"/>
                  <a:pt x="234" y="48"/>
                  <a:pt x="222" y="48"/>
                </a:cubicBezTo>
                <a:cubicBezTo>
                  <a:pt x="207" y="48"/>
                  <a:pt x="196" y="52"/>
                  <a:pt x="189" y="58"/>
                </a:cubicBezTo>
                <a:cubicBezTo>
                  <a:pt x="184" y="62"/>
                  <a:pt x="181" y="67"/>
                  <a:pt x="179" y="73"/>
                </a:cubicBezTo>
                <a:cubicBezTo>
                  <a:pt x="179" y="73"/>
                  <a:pt x="179" y="73"/>
                  <a:pt x="179" y="73"/>
                </a:cubicBezTo>
                <a:cubicBezTo>
                  <a:pt x="179" y="74"/>
                  <a:pt x="179" y="75"/>
                  <a:pt x="178" y="76"/>
                </a:cubicBezTo>
                <a:cubicBezTo>
                  <a:pt x="176" y="89"/>
                  <a:pt x="167" y="98"/>
                  <a:pt x="153" y="98"/>
                </a:cubicBezTo>
                <a:cubicBezTo>
                  <a:pt x="131" y="98"/>
                  <a:pt x="122" y="79"/>
                  <a:pt x="122" y="60"/>
                </a:cubicBezTo>
                <a:cubicBezTo>
                  <a:pt x="122" y="40"/>
                  <a:pt x="131" y="21"/>
                  <a:pt x="153" y="21"/>
                </a:cubicBezTo>
                <a:cubicBezTo>
                  <a:pt x="166" y="21"/>
                  <a:pt x="176" y="29"/>
                  <a:pt x="178" y="41"/>
                </a:cubicBezTo>
                <a:cubicBezTo>
                  <a:pt x="202" y="41"/>
                  <a:pt x="202" y="41"/>
                  <a:pt x="202" y="41"/>
                </a:cubicBezTo>
                <a:cubicBezTo>
                  <a:pt x="199" y="14"/>
                  <a:pt x="178" y="0"/>
                  <a:pt x="153" y="0"/>
                </a:cubicBezTo>
                <a:cubicBezTo>
                  <a:pt x="119" y="0"/>
                  <a:pt x="99" y="24"/>
                  <a:pt x="97" y="55"/>
                </a:cubicBezTo>
                <a:cubicBezTo>
                  <a:pt x="97" y="2"/>
                  <a:pt x="97" y="2"/>
                  <a:pt x="97" y="2"/>
                </a:cubicBezTo>
                <a:cubicBezTo>
                  <a:pt x="72" y="2"/>
                  <a:pt x="72" y="2"/>
                  <a:pt x="72" y="2"/>
                </a:cubicBezTo>
                <a:cubicBezTo>
                  <a:pt x="72" y="73"/>
                  <a:pt x="72" y="73"/>
                  <a:pt x="72" y="73"/>
                </a:cubicBezTo>
                <a:cubicBezTo>
                  <a:pt x="72" y="90"/>
                  <a:pt x="66" y="98"/>
                  <a:pt x="48" y="98"/>
                </a:cubicBezTo>
                <a:cubicBezTo>
                  <a:pt x="28" y="98"/>
                  <a:pt x="25" y="86"/>
                  <a:pt x="25" y="73"/>
                </a:cubicBezTo>
                <a:cubicBezTo>
                  <a:pt x="25" y="2"/>
                  <a:pt x="25" y="2"/>
                  <a:pt x="25" y="2"/>
                </a:cubicBezTo>
                <a:cubicBezTo>
                  <a:pt x="0" y="2"/>
                  <a:pt x="0" y="2"/>
                  <a:pt x="0" y="2"/>
                </a:cubicBezTo>
                <a:cubicBezTo>
                  <a:pt x="0" y="73"/>
                  <a:pt x="0" y="73"/>
                  <a:pt x="0" y="73"/>
                </a:cubicBezTo>
                <a:cubicBezTo>
                  <a:pt x="0" y="104"/>
                  <a:pt x="18" y="119"/>
                  <a:pt x="48" y="119"/>
                </a:cubicBezTo>
                <a:cubicBezTo>
                  <a:pt x="79" y="119"/>
                  <a:pt x="97" y="104"/>
                  <a:pt x="97" y="73"/>
                </a:cubicBezTo>
                <a:cubicBezTo>
                  <a:pt x="97" y="64"/>
                  <a:pt x="97" y="64"/>
                  <a:pt x="97" y="64"/>
                </a:cubicBezTo>
                <a:cubicBezTo>
                  <a:pt x="99" y="95"/>
                  <a:pt x="119" y="119"/>
                  <a:pt x="153" y="119"/>
                </a:cubicBezTo>
                <a:cubicBezTo>
                  <a:pt x="167" y="119"/>
                  <a:pt x="179" y="115"/>
                  <a:pt x="187" y="107"/>
                </a:cubicBezTo>
                <a:cubicBezTo>
                  <a:pt x="188" y="107"/>
                  <a:pt x="189" y="108"/>
                  <a:pt x="189" y="108"/>
                </a:cubicBezTo>
                <a:cubicBezTo>
                  <a:pt x="194" y="111"/>
                  <a:pt x="202" y="114"/>
                  <a:pt x="214" y="117"/>
                </a:cubicBezTo>
                <a:cubicBezTo>
                  <a:pt x="226" y="119"/>
                  <a:pt x="226" y="119"/>
                  <a:pt x="226" y="119"/>
                </a:cubicBezTo>
                <a:cubicBezTo>
                  <a:pt x="234" y="121"/>
                  <a:pt x="239" y="123"/>
                  <a:pt x="242" y="125"/>
                </a:cubicBezTo>
                <a:cubicBezTo>
                  <a:pt x="245" y="127"/>
                  <a:pt x="247" y="130"/>
                  <a:pt x="247" y="133"/>
                </a:cubicBezTo>
                <a:cubicBezTo>
                  <a:pt x="247" y="140"/>
                  <a:pt x="244" y="144"/>
                  <a:pt x="237" y="147"/>
                </a:cubicBezTo>
                <a:cubicBezTo>
                  <a:pt x="233" y="148"/>
                  <a:pt x="229" y="148"/>
                  <a:pt x="223" y="148"/>
                </a:cubicBezTo>
                <a:cubicBezTo>
                  <a:pt x="213" y="148"/>
                  <a:pt x="207" y="146"/>
                  <a:pt x="203" y="141"/>
                </a:cubicBezTo>
                <a:cubicBezTo>
                  <a:pt x="201" y="139"/>
                  <a:pt x="199" y="135"/>
                  <a:pt x="198" y="130"/>
                </a:cubicBezTo>
                <a:cubicBezTo>
                  <a:pt x="176" y="130"/>
                  <a:pt x="176" y="130"/>
                  <a:pt x="176" y="130"/>
                </a:cubicBezTo>
                <a:cubicBezTo>
                  <a:pt x="176" y="142"/>
                  <a:pt x="180" y="151"/>
                  <a:pt x="189" y="158"/>
                </a:cubicBezTo>
                <a:cubicBezTo>
                  <a:pt x="197" y="164"/>
                  <a:pt x="209" y="168"/>
                  <a:pt x="224" y="168"/>
                </a:cubicBezTo>
                <a:cubicBezTo>
                  <a:pt x="239" y="168"/>
                  <a:pt x="250" y="164"/>
                  <a:pt x="258" y="158"/>
                </a:cubicBezTo>
                <a:cubicBezTo>
                  <a:pt x="265" y="151"/>
                  <a:pt x="269" y="143"/>
                  <a:pt x="270" y="134"/>
                </a:cubicBezTo>
                <a:cubicBezTo>
                  <a:pt x="270" y="166"/>
                  <a:pt x="270" y="166"/>
                  <a:pt x="270" y="166"/>
                </a:cubicBezTo>
                <a:cubicBezTo>
                  <a:pt x="295" y="166"/>
                  <a:pt x="295" y="166"/>
                  <a:pt x="295" y="166"/>
                </a:cubicBezTo>
                <a:cubicBezTo>
                  <a:pt x="295" y="119"/>
                  <a:pt x="295" y="119"/>
                  <a:pt x="295" y="119"/>
                </a:cubicBezTo>
                <a:cubicBezTo>
                  <a:pt x="343" y="119"/>
                  <a:pt x="343" y="119"/>
                  <a:pt x="343" y="119"/>
                </a:cubicBezTo>
                <a:cubicBezTo>
                  <a:pt x="343" y="99"/>
                  <a:pt x="343" y="99"/>
                  <a:pt x="343" y="99"/>
                </a:cubicBezTo>
                <a:cubicBezTo>
                  <a:pt x="295" y="99"/>
                  <a:pt x="295" y="99"/>
                  <a:pt x="295" y="99"/>
                </a:cubicBezTo>
                <a:cubicBezTo>
                  <a:pt x="295" y="73"/>
                  <a:pt x="295" y="73"/>
                  <a:pt x="295" y="73"/>
                </a:cubicBezTo>
                <a:lnTo>
                  <a:pt x="350" y="73"/>
                </a:lnTo>
                <a:close/>
              </a:path>
            </a:pathLst>
          </a:custGeom>
          <a:solidFill>
            <a:schemeClr val="tx1"/>
          </a:solidFill>
          <a:ln>
            <a:noFill/>
          </a:ln>
        </p:spPr>
        <p:txBody>
          <a:bodyPr vert="horz" wrap="square" lIns="121920" tIns="60960" rIns="121920" bIns="60960" numCol="1" anchor="t" anchorCtr="0" compatLnSpc="1">
            <a:prstTxWarp prst="textNoShape">
              <a:avLst/>
            </a:prstTxWarp>
          </a:bodyPr>
          <a:lstStyle/>
          <a:p>
            <a:endParaRPr lang="en-US" sz="2400" b="0" i="0" dirty="0">
              <a:latin typeface="Arial" panose="020B0604020202020204" pitchFamily="34" charset="0"/>
              <a:ea typeface="Helvetica Neue" panose="02000503000000020004" pitchFamily="2" charset="0"/>
              <a:cs typeface="Arial" panose="020B0604020202020204" pitchFamily="34" charset="0"/>
            </a:endParaRPr>
          </a:p>
        </p:txBody>
      </p:sp>
      <p:sp>
        <p:nvSpPr>
          <p:cNvPr id="12" name="Title 15">
            <a:extLst>
              <a:ext uri="{FF2B5EF4-FFF2-40B4-BE49-F238E27FC236}">
                <a16:creationId xmlns:a16="http://schemas.microsoft.com/office/drawing/2014/main" id="{013E3FCC-D96C-D344-BBA3-51BB23D2A0F4}"/>
              </a:ext>
            </a:extLst>
          </p:cNvPr>
          <p:cNvSpPr>
            <a:spLocks noGrp="1"/>
          </p:cNvSpPr>
          <p:nvPr>
            <p:ph type="title" hasCustomPrompt="1"/>
          </p:nvPr>
        </p:nvSpPr>
        <p:spPr>
          <a:xfrm>
            <a:off x="604780" y="2559253"/>
            <a:ext cx="8580549" cy="1477195"/>
          </a:xfrm>
          <a:prstGeom prst="rect">
            <a:avLst/>
          </a:prstGeom>
        </p:spPr>
        <p:txBody>
          <a:bodyPr anchor="ctr">
            <a:noAutofit/>
          </a:bodyPr>
          <a:lstStyle>
            <a:lvl1pPr>
              <a:defRPr sz="4800" b="0" i="0" baseline="0">
                <a:solidFill>
                  <a:schemeClr val="bg1"/>
                </a:solidFill>
                <a:latin typeface="Garamond" panose="02020404030301010803" pitchFamily="18" charset="0"/>
                <a:ea typeface="Helvetica Neue" panose="02000503000000020004" pitchFamily="2" charset="0"/>
                <a:cs typeface="Arial" panose="020B0604020202020204" pitchFamily="34" charset="0"/>
              </a:defRPr>
            </a:lvl1pPr>
          </a:lstStyle>
          <a:p>
            <a:r>
              <a:rPr lang="en-US" dirty="0"/>
              <a:t>Section Header Here</a:t>
            </a:r>
          </a:p>
        </p:txBody>
      </p:sp>
    </p:spTree>
    <p:extLst>
      <p:ext uri="{BB962C8B-B14F-4D97-AF65-F5344CB8AC3E}">
        <p14:creationId xmlns:p14="http://schemas.microsoft.com/office/powerpoint/2010/main" val="522120363"/>
      </p:ext>
    </p:extLst>
  </p:cSld>
  <p:clrMapOvr>
    <a:masterClrMapping/>
  </p:clrMapOvr>
  <p:transition>
    <p:fade/>
  </p:transition>
  <p:hf sldNum="0"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Section Header – Green">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9788447-026C-8740-AB11-4D9C4007C669}"/>
              </a:ext>
            </a:extLst>
          </p:cNvPr>
          <p:cNvPicPr>
            <a:picLocks noChangeAspect="1"/>
          </p:cNvPicPr>
          <p:nvPr/>
        </p:nvPicPr>
        <p:blipFill rotWithShape="1">
          <a:blip r:embed="rId2" cstate="screen">
            <a:alphaModFix amt="40000"/>
            <a:extLst>
              <a:ext uri="{28A0092B-C50C-407E-A947-70E740481C1C}">
                <a14:useLocalDpi xmlns:a14="http://schemas.microsoft.com/office/drawing/2010/main"/>
              </a:ext>
            </a:extLst>
          </a:blip>
          <a:srcRect l="14414"/>
          <a:stretch/>
        </p:blipFill>
        <p:spPr>
          <a:xfrm>
            <a:off x="0" y="534826"/>
            <a:ext cx="12192000" cy="2365425"/>
          </a:xfrm>
          <a:prstGeom prst="rect">
            <a:avLst/>
          </a:prstGeom>
        </p:spPr>
      </p:pic>
      <p:sp>
        <p:nvSpPr>
          <p:cNvPr id="6" name="Rectangle 5"/>
          <p:cNvSpPr/>
          <p:nvPr/>
        </p:nvSpPr>
        <p:spPr bwMode="auto">
          <a:xfrm>
            <a:off x="3" y="2363626"/>
            <a:ext cx="9402305" cy="1881809"/>
          </a:xfrm>
          <a:prstGeom prst="rect">
            <a:avLst/>
          </a:prstGeom>
          <a:solidFill>
            <a:schemeClr val="accent3"/>
          </a:solidFill>
          <a:ln w="19050" algn="ctr">
            <a:noFill/>
            <a:miter lim="800000"/>
            <a:headEnd/>
            <a:tailEnd/>
          </a:ln>
        </p:spPr>
        <p:txBody>
          <a:bodyPr wrap="none" rtlCol="0" anchor="ctr"/>
          <a:lstStyle/>
          <a:p>
            <a:pPr algn="ctr">
              <a:lnSpc>
                <a:spcPct val="90000"/>
              </a:lnSpc>
            </a:pPr>
            <a:endParaRPr lang="en-US" sz="2133" b="0" i="0" dirty="0" err="1">
              <a:solidFill>
                <a:schemeClr val="bg1"/>
              </a:solidFill>
              <a:latin typeface="Arial" panose="020B0604020202020204" pitchFamily="34" charset="0"/>
            </a:endParaRPr>
          </a:p>
        </p:txBody>
      </p:sp>
      <p:sp>
        <p:nvSpPr>
          <p:cNvPr id="4" name="Footer Placeholder 3"/>
          <p:cNvSpPr>
            <a:spLocks noGrp="1"/>
          </p:cNvSpPr>
          <p:nvPr>
            <p:ph type="ftr" sz="quarter" idx="11"/>
          </p:nvPr>
        </p:nvSpPr>
        <p:spPr/>
        <p:txBody>
          <a:bodyPr/>
          <a:lstStyle>
            <a:lvl1pPr>
              <a:defRPr b="0" i="0"/>
            </a:lvl1pPr>
          </a:lstStyle>
          <a:p>
            <a:endParaRPr lang="en-US" dirty="0"/>
          </a:p>
        </p:txBody>
      </p:sp>
      <p:sp>
        <p:nvSpPr>
          <p:cNvPr id="5" name="Slide Number Placeholder 4"/>
          <p:cNvSpPr>
            <a:spLocks noGrp="1"/>
          </p:cNvSpPr>
          <p:nvPr>
            <p:ph type="sldNum" sz="quarter" idx="12"/>
          </p:nvPr>
        </p:nvSpPr>
        <p:spPr/>
        <p:txBody>
          <a:bodyPr/>
          <a:lstStyle>
            <a:lvl1pPr>
              <a:defRPr b="0" i="0"/>
            </a:lvl1pPr>
          </a:lstStyle>
          <a:p>
            <a:fld id="{CC057153-B650-4DEB-B370-79DDCFDCE934}" type="slidenum">
              <a:rPr lang="en-US" smtClean="0"/>
              <a:t>‹#›</a:t>
            </a:fld>
            <a:endParaRPr lang="en-US"/>
          </a:p>
        </p:txBody>
      </p:sp>
      <p:cxnSp>
        <p:nvCxnSpPr>
          <p:cNvPr id="9" name="Straight Connector 8">
            <a:extLst>
              <a:ext uri="{FF2B5EF4-FFF2-40B4-BE49-F238E27FC236}">
                <a16:creationId xmlns:a16="http://schemas.microsoft.com/office/drawing/2014/main" id="{7AB58095-3588-1A4E-B981-253E9F1A1AEC}"/>
              </a:ext>
            </a:extLst>
          </p:cNvPr>
          <p:cNvCxnSpPr/>
          <p:nvPr/>
        </p:nvCxnSpPr>
        <p:spPr>
          <a:xfrm>
            <a:off x="370417" y="6250080"/>
            <a:ext cx="11460480" cy="0"/>
          </a:xfrm>
          <a:prstGeom prst="line">
            <a:avLst/>
          </a:prstGeom>
          <a:noFill/>
          <a:ln w="3175" cap="flat">
            <a:solidFill>
              <a:schemeClr val="tx1"/>
            </a:solidFill>
            <a:prstDash val="solid"/>
            <a:miter lim="800000"/>
            <a:headEnd/>
            <a:tailEnd/>
          </a:ln>
          <a:extLst>
            <a:ext uri="{909E8E84-426E-40DD-AFC4-6F175D3DCCD1}">
              <a14:hiddenFill xmlns:a14="http://schemas.microsoft.com/office/drawing/2010/main">
                <a:noFill/>
              </a14:hiddenFill>
            </a:ext>
          </a:extLst>
        </p:spPr>
      </p:cxnSp>
      <p:sp>
        <p:nvSpPr>
          <p:cNvPr id="10" name="Freeform 77">
            <a:extLst>
              <a:ext uri="{FF2B5EF4-FFF2-40B4-BE49-F238E27FC236}">
                <a16:creationId xmlns:a16="http://schemas.microsoft.com/office/drawing/2014/main" id="{81C2D974-A2EE-E349-AD5D-00B5C62A8CB7}"/>
              </a:ext>
            </a:extLst>
          </p:cNvPr>
          <p:cNvSpPr>
            <a:spLocks/>
          </p:cNvSpPr>
          <p:nvPr/>
        </p:nvSpPr>
        <p:spPr bwMode="auto">
          <a:xfrm>
            <a:off x="11190818" y="6400801"/>
            <a:ext cx="641349" cy="308099"/>
          </a:xfrm>
          <a:custGeom>
            <a:avLst/>
            <a:gdLst>
              <a:gd name="T0" fmla="*/ 350 w 350"/>
              <a:gd name="T1" fmla="*/ 52 h 168"/>
              <a:gd name="T2" fmla="*/ 270 w 350"/>
              <a:gd name="T3" fmla="*/ 130 h 168"/>
              <a:gd name="T4" fmla="*/ 240 w 350"/>
              <a:gd name="T5" fmla="*/ 100 h 168"/>
              <a:gd name="T6" fmla="*/ 205 w 350"/>
              <a:gd name="T7" fmla="*/ 91 h 168"/>
              <a:gd name="T8" fmla="*/ 201 w 350"/>
              <a:gd name="T9" fmla="*/ 86 h 168"/>
              <a:gd name="T10" fmla="*/ 200 w 350"/>
              <a:gd name="T11" fmla="*/ 82 h 168"/>
              <a:gd name="T12" fmla="*/ 203 w 350"/>
              <a:gd name="T13" fmla="*/ 73 h 168"/>
              <a:gd name="T14" fmla="*/ 203 w 350"/>
              <a:gd name="T15" fmla="*/ 73 h 168"/>
              <a:gd name="T16" fmla="*/ 205 w 350"/>
              <a:gd name="T17" fmla="*/ 72 h 168"/>
              <a:gd name="T18" fmla="*/ 234 w 350"/>
              <a:gd name="T19" fmla="*/ 71 h 168"/>
              <a:gd name="T20" fmla="*/ 266 w 350"/>
              <a:gd name="T21" fmla="*/ 85 h 168"/>
              <a:gd name="T22" fmla="*/ 222 w 350"/>
              <a:gd name="T23" fmla="*/ 48 h 168"/>
              <a:gd name="T24" fmla="*/ 179 w 350"/>
              <a:gd name="T25" fmla="*/ 73 h 168"/>
              <a:gd name="T26" fmla="*/ 178 w 350"/>
              <a:gd name="T27" fmla="*/ 76 h 168"/>
              <a:gd name="T28" fmla="*/ 122 w 350"/>
              <a:gd name="T29" fmla="*/ 60 h 168"/>
              <a:gd name="T30" fmla="*/ 178 w 350"/>
              <a:gd name="T31" fmla="*/ 41 h 168"/>
              <a:gd name="T32" fmla="*/ 153 w 350"/>
              <a:gd name="T33" fmla="*/ 0 h 168"/>
              <a:gd name="T34" fmla="*/ 97 w 350"/>
              <a:gd name="T35" fmla="*/ 2 h 168"/>
              <a:gd name="T36" fmla="*/ 72 w 350"/>
              <a:gd name="T37" fmla="*/ 73 h 168"/>
              <a:gd name="T38" fmla="*/ 25 w 350"/>
              <a:gd name="T39" fmla="*/ 73 h 168"/>
              <a:gd name="T40" fmla="*/ 0 w 350"/>
              <a:gd name="T41" fmla="*/ 2 h 168"/>
              <a:gd name="T42" fmla="*/ 48 w 350"/>
              <a:gd name="T43" fmla="*/ 119 h 168"/>
              <a:gd name="T44" fmla="*/ 97 w 350"/>
              <a:gd name="T45" fmla="*/ 64 h 168"/>
              <a:gd name="T46" fmla="*/ 187 w 350"/>
              <a:gd name="T47" fmla="*/ 107 h 168"/>
              <a:gd name="T48" fmla="*/ 214 w 350"/>
              <a:gd name="T49" fmla="*/ 117 h 168"/>
              <a:gd name="T50" fmla="*/ 242 w 350"/>
              <a:gd name="T51" fmla="*/ 125 h 168"/>
              <a:gd name="T52" fmla="*/ 237 w 350"/>
              <a:gd name="T53" fmla="*/ 147 h 168"/>
              <a:gd name="T54" fmla="*/ 203 w 350"/>
              <a:gd name="T55" fmla="*/ 141 h 168"/>
              <a:gd name="T56" fmla="*/ 176 w 350"/>
              <a:gd name="T57" fmla="*/ 130 h 168"/>
              <a:gd name="T58" fmla="*/ 224 w 350"/>
              <a:gd name="T59" fmla="*/ 168 h 168"/>
              <a:gd name="T60" fmla="*/ 270 w 350"/>
              <a:gd name="T61" fmla="*/ 134 h 168"/>
              <a:gd name="T62" fmla="*/ 295 w 350"/>
              <a:gd name="T63" fmla="*/ 166 h 168"/>
              <a:gd name="T64" fmla="*/ 343 w 350"/>
              <a:gd name="T65" fmla="*/ 119 h 168"/>
              <a:gd name="T66" fmla="*/ 295 w 350"/>
              <a:gd name="T67" fmla="*/ 99 h 168"/>
              <a:gd name="T68" fmla="*/ 350 w 350"/>
              <a:gd name="T69" fmla="*/ 73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50" h="168">
                <a:moveTo>
                  <a:pt x="350" y="73"/>
                </a:moveTo>
                <a:cubicBezTo>
                  <a:pt x="350" y="52"/>
                  <a:pt x="350" y="52"/>
                  <a:pt x="350" y="52"/>
                </a:cubicBezTo>
                <a:cubicBezTo>
                  <a:pt x="270" y="52"/>
                  <a:pt x="270" y="52"/>
                  <a:pt x="270" y="52"/>
                </a:cubicBezTo>
                <a:cubicBezTo>
                  <a:pt x="270" y="130"/>
                  <a:pt x="270" y="130"/>
                  <a:pt x="270" y="130"/>
                </a:cubicBezTo>
                <a:cubicBezTo>
                  <a:pt x="269" y="121"/>
                  <a:pt x="266" y="114"/>
                  <a:pt x="260" y="109"/>
                </a:cubicBezTo>
                <a:cubicBezTo>
                  <a:pt x="255" y="105"/>
                  <a:pt x="249" y="102"/>
                  <a:pt x="240" y="100"/>
                </a:cubicBezTo>
                <a:cubicBezTo>
                  <a:pt x="220" y="96"/>
                  <a:pt x="220" y="96"/>
                  <a:pt x="220" y="96"/>
                </a:cubicBezTo>
                <a:cubicBezTo>
                  <a:pt x="213" y="94"/>
                  <a:pt x="208" y="92"/>
                  <a:pt x="205" y="91"/>
                </a:cubicBezTo>
                <a:cubicBezTo>
                  <a:pt x="203" y="90"/>
                  <a:pt x="201" y="88"/>
                  <a:pt x="201" y="86"/>
                </a:cubicBezTo>
                <a:cubicBezTo>
                  <a:pt x="201" y="86"/>
                  <a:pt x="201" y="86"/>
                  <a:pt x="201" y="86"/>
                </a:cubicBezTo>
                <a:cubicBezTo>
                  <a:pt x="201" y="86"/>
                  <a:pt x="201" y="86"/>
                  <a:pt x="201" y="86"/>
                </a:cubicBezTo>
                <a:cubicBezTo>
                  <a:pt x="200" y="85"/>
                  <a:pt x="200" y="83"/>
                  <a:pt x="200" y="82"/>
                </a:cubicBezTo>
                <a:cubicBezTo>
                  <a:pt x="200" y="78"/>
                  <a:pt x="201" y="75"/>
                  <a:pt x="203" y="73"/>
                </a:cubicBezTo>
                <a:cubicBezTo>
                  <a:pt x="203" y="73"/>
                  <a:pt x="203" y="73"/>
                  <a:pt x="203" y="73"/>
                </a:cubicBezTo>
                <a:cubicBezTo>
                  <a:pt x="203" y="73"/>
                  <a:pt x="203" y="73"/>
                  <a:pt x="203" y="73"/>
                </a:cubicBezTo>
                <a:cubicBezTo>
                  <a:pt x="203" y="73"/>
                  <a:pt x="203" y="73"/>
                  <a:pt x="203" y="73"/>
                </a:cubicBezTo>
                <a:cubicBezTo>
                  <a:pt x="203" y="73"/>
                  <a:pt x="203" y="73"/>
                  <a:pt x="203" y="73"/>
                </a:cubicBezTo>
                <a:cubicBezTo>
                  <a:pt x="204" y="72"/>
                  <a:pt x="205" y="72"/>
                  <a:pt x="205" y="72"/>
                </a:cubicBezTo>
                <a:cubicBezTo>
                  <a:pt x="209" y="69"/>
                  <a:pt x="214" y="68"/>
                  <a:pt x="220" y="68"/>
                </a:cubicBezTo>
                <a:cubicBezTo>
                  <a:pt x="226" y="68"/>
                  <a:pt x="231" y="69"/>
                  <a:pt x="234" y="71"/>
                </a:cubicBezTo>
                <a:cubicBezTo>
                  <a:pt x="240" y="74"/>
                  <a:pt x="243" y="78"/>
                  <a:pt x="243" y="85"/>
                </a:cubicBezTo>
                <a:cubicBezTo>
                  <a:pt x="266" y="85"/>
                  <a:pt x="266" y="85"/>
                  <a:pt x="266" y="85"/>
                </a:cubicBezTo>
                <a:cubicBezTo>
                  <a:pt x="266" y="73"/>
                  <a:pt x="261" y="64"/>
                  <a:pt x="253" y="58"/>
                </a:cubicBezTo>
                <a:cubicBezTo>
                  <a:pt x="244" y="51"/>
                  <a:pt x="234" y="48"/>
                  <a:pt x="222" y="48"/>
                </a:cubicBezTo>
                <a:cubicBezTo>
                  <a:pt x="207" y="48"/>
                  <a:pt x="196" y="52"/>
                  <a:pt x="189" y="58"/>
                </a:cubicBezTo>
                <a:cubicBezTo>
                  <a:pt x="184" y="62"/>
                  <a:pt x="181" y="67"/>
                  <a:pt x="179" y="73"/>
                </a:cubicBezTo>
                <a:cubicBezTo>
                  <a:pt x="179" y="73"/>
                  <a:pt x="179" y="73"/>
                  <a:pt x="179" y="73"/>
                </a:cubicBezTo>
                <a:cubicBezTo>
                  <a:pt x="179" y="74"/>
                  <a:pt x="179" y="75"/>
                  <a:pt x="178" y="76"/>
                </a:cubicBezTo>
                <a:cubicBezTo>
                  <a:pt x="176" y="89"/>
                  <a:pt x="167" y="98"/>
                  <a:pt x="153" y="98"/>
                </a:cubicBezTo>
                <a:cubicBezTo>
                  <a:pt x="131" y="98"/>
                  <a:pt x="122" y="79"/>
                  <a:pt x="122" y="60"/>
                </a:cubicBezTo>
                <a:cubicBezTo>
                  <a:pt x="122" y="40"/>
                  <a:pt x="131" y="21"/>
                  <a:pt x="153" y="21"/>
                </a:cubicBezTo>
                <a:cubicBezTo>
                  <a:pt x="166" y="21"/>
                  <a:pt x="176" y="29"/>
                  <a:pt x="178" y="41"/>
                </a:cubicBezTo>
                <a:cubicBezTo>
                  <a:pt x="202" y="41"/>
                  <a:pt x="202" y="41"/>
                  <a:pt x="202" y="41"/>
                </a:cubicBezTo>
                <a:cubicBezTo>
                  <a:pt x="199" y="14"/>
                  <a:pt x="178" y="0"/>
                  <a:pt x="153" y="0"/>
                </a:cubicBezTo>
                <a:cubicBezTo>
                  <a:pt x="119" y="0"/>
                  <a:pt x="99" y="24"/>
                  <a:pt x="97" y="55"/>
                </a:cubicBezTo>
                <a:cubicBezTo>
                  <a:pt x="97" y="2"/>
                  <a:pt x="97" y="2"/>
                  <a:pt x="97" y="2"/>
                </a:cubicBezTo>
                <a:cubicBezTo>
                  <a:pt x="72" y="2"/>
                  <a:pt x="72" y="2"/>
                  <a:pt x="72" y="2"/>
                </a:cubicBezTo>
                <a:cubicBezTo>
                  <a:pt x="72" y="73"/>
                  <a:pt x="72" y="73"/>
                  <a:pt x="72" y="73"/>
                </a:cubicBezTo>
                <a:cubicBezTo>
                  <a:pt x="72" y="90"/>
                  <a:pt x="66" y="98"/>
                  <a:pt x="48" y="98"/>
                </a:cubicBezTo>
                <a:cubicBezTo>
                  <a:pt x="28" y="98"/>
                  <a:pt x="25" y="86"/>
                  <a:pt x="25" y="73"/>
                </a:cubicBezTo>
                <a:cubicBezTo>
                  <a:pt x="25" y="2"/>
                  <a:pt x="25" y="2"/>
                  <a:pt x="25" y="2"/>
                </a:cubicBezTo>
                <a:cubicBezTo>
                  <a:pt x="0" y="2"/>
                  <a:pt x="0" y="2"/>
                  <a:pt x="0" y="2"/>
                </a:cubicBezTo>
                <a:cubicBezTo>
                  <a:pt x="0" y="73"/>
                  <a:pt x="0" y="73"/>
                  <a:pt x="0" y="73"/>
                </a:cubicBezTo>
                <a:cubicBezTo>
                  <a:pt x="0" y="104"/>
                  <a:pt x="18" y="119"/>
                  <a:pt x="48" y="119"/>
                </a:cubicBezTo>
                <a:cubicBezTo>
                  <a:pt x="79" y="119"/>
                  <a:pt x="97" y="104"/>
                  <a:pt x="97" y="73"/>
                </a:cubicBezTo>
                <a:cubicBezTo>
                  <a:pt x="97" y="64"/>
                  <a:pt x="97" y="64"/>
                  <a:pt x="97" y="64"/>
                </a:cubicBezTo>
                <a:cubicBezTo>
                  <a:pt x="99" y="95"/>
                  <a:pt x="119" y="119"/>
                  <a:pt x="153" y="119"/>
                </a:cubicBezTo>
                <a:cubicBezTo>
                  <a:pt x="167" y="119"/>
                  <a:pt x="179" y="115"/>
                  <a:pt x="187" y="107"/>
                </a:cubicBezTo>
                <a:cubicBezTo>
                  <a:pt x="188" y="107"/>
                  <a:pt x="189" y="108"/>
                  <a:pt x="189" y="108"/>
                </a:cubicBezTo>
                <a:cubicBezTo>
                  <a:pt x="194" y="111"/>
                  <a:pt x="202" y="114"/>
                  <a:pt x="214" y="117"/>
                </a:cubicBezTo>
                <a:cubicBezTo>
                  <a:pt x="226" y="119"/>
                  <a:pt x="226" y="119"/>
                  <a:pt x="226" y="119"/>
                </a:cubicBezTo>
                <a:cubicBezTo>
                  <a:pt x="234" y="121"/>
                  <a:pt x="239" y="123"/>
                  <a:pt x="242" y="125"/>
                </a:cubicBezTo>
                <a:cubicBezTo>
                  <a:pt x="245" y="127"/>
                  <a:pt x="247" y="130"/>
                  <a:pt x="247" y="133"/>
                </a:cubicBezTo>
                <a:cubicBezTo>
                  <a:pt x="247" y="140"/>
                  <a:pt x="244" y="144"/>
                  <a:pt x="237" y="147"/>
                </a:cubicBezTo>
                <a:cubicBezTo>
                  <a:pt x="233" y="148"/>
                  <a:pt x="229" y="148"/>
                  <a:pt x="223" y="148"/>
                </a:cubicBezTo>
                <a:cubicBezTo>
                  <a:pt x="213" y="148"/>
                  <a:pt x="207" y="146"/>
                  <a:pt x="203" y="141"/>
                </a:cubicBezTo>
                <a:cubicBezTo>
                  <a:pt x="201" y="139"/>
                  <a:pt x="199" y="135"/>
                  <a:pt x="198" y="130"/>
                </a:cubicBezTo>
                <a:cubicBezTo>
                  <a:pt x="176" y="130"/>
                  <a:pt x="176" y="130"/>
                  <a:pt x="176" y="130"/>
                </a:cubicBezTo>
                <a:cubicBezTo>
                  <a:pt x="176" y="142"/>
                  <a:pt x="180" y="151"/>
                  <a:pt x="189" y="158"/>
                </a:cubicBezTo>
                <a:cubicBezTo>
                  <a:pt x="197" y="164"/>
                  <a:pt x="209" y="168"/>
                  <a:pt x="224" y="168"/>
                </a:cubicBezTo>
                <a:cubicBezTo>
                  <a:pt x="239" y="168"/>
                  <a:pt x="250" y="164"/>
                  <a:pt x="258" y="158"/>
                </a:cubicBezTo>
                <a:cubicBezTo>
                  <a:pt x="265" y="151"/>
                  <a:pt x="269" y="143"/>
                  <a:pt x="270" y="134"/>
                </a:cubicBezTo>
                <a:cubicBezTo>
                  <a:pt x="270" y="166"/>
                  <a:pt x="270" y="166"/>
                  <a:pt x="270" y="166"/>
                </a:cubicBezTo>
                <a:cubicBezTo>
                  <a:pt x="295" y="166"/>
                  <a:pt x="295" y="166"/>
                  <a:pt x="295" y="166"/>
                </a:cubicBezTo>
                <a:cubicBezTo>
                  <a:pt x="295" y="119"/>
                  <a:pt x="295" y="119"/>
                  <a:pt x="295" y="119"/>
                </a:cubicBezTo>
                <a:cubicBezTo>
                  <a:pt x="343" y="119"/>
                  <a:pt x="343" y="119"/>
                  <a:pt x="343" y="119"/>
                </a:cubicBezTo>
                <a:cubicBezTo>
                  <a:pt x="343" y="99"/>
                  <a:pt x="343" y="99"/>
                  <a:pt x="343" y="99"/>
                </a:cubicBezTo>
                <a:cubicBezTo>
                  <a:pt x="295" y="99"/>
                  <a:pt x="295" y="99"/>
                  <a:pt x="295" y="99"/>
                </a:cubicBezTo>
                <a:cubicBezTo>
                  <a:pt x="295" y="73"/>
                  <a:pt x="295" y="73"/>
                  <a:pt x="295" y="73"/>
                </a:cubicBezTo>
                <a:lnTo>
                  <a:pt x="350" y="73"/>
                </a:lnTo>
                <a:close/>
              </a:path>
            </a:pathLst>
          </a:custGeom>
          <a:solidFill>
            <a:schemeClr val="tx1"/>
          </a:solidFill>
          <a:ln>
            <a:noFill/>
          </a:ln>
        </p:spPr>
        <p:txBody>
          <a:bodyPr vert="horz" wrap="square" lIns="121920" tIns="60960" rIns="121920" bIns="60960" numCol="1" anchor="t" anchorCtr="0" compatLnSpc="1">
            <a:prstTxWarp prst="textNoShape">
              <a:avLst/>
            </a:prstTxWarp>
          </a:bodyPr>
          <a:lstStyle/>
          <a:p>
            <a:endParaRPr lang="en-US" sz="2400" b="0" i="0" dirty="0">
              <a:latin typeface="Arial" panose="020B0604020202020204" pitchFamily="34" charset="0"/>
              <a:ea typeface="Helvetica Neue" panose="02000503000000020004" pitchFamily="2" charset="0"/>
              <a:cs typeface="Arial" panose="020B0604020202020204" pitchFamily="34" charset="0"/>
            </a:endParaRPr>
          </a:p>
        </p:txBody>
      </p:sp>
      <p:sp>
        <p:nvSpPr>
          <p:cNvPr id="11" name="Title 15">
            <a:extLst>
              <a:ext uri="{FF2B5EF4-FFF2-40B4-BE49-F238E27FC236}">
                <a16:creationId xmlns:a16="http://schemas.microsoft.com/office/drawing/2014/main" id="{18DED201-C78F-0E4A-B63C-520004DA73BE}"/>
              </a:ext>
            </a:extLst>
          </p:cNvPr>
          <p:cNvSpPr>
            <a:spLocks noGrp="1"/>
          </p:cNvSpPr>
          <p:nvPr>
            <p:ph type="title" hasCustomPrompt="1"/>
          </p:nvPr>
        </p:nvSpPr>
        <p:spPr>
          <a:xfrm>
            <a:off x="604780" y="2559253"/>
            <a:ext cx="8580549" cy="1477195"/>
          </a:xfrm>
          <a:prstGeom prst="rect">
            <a:avLst/>
          </a:prstGeom>
        </p:spPr>
        <p:txBody>
          <a:bodyPr anchor="ctr">
            <a:noAutofit/>
          </a:bodyPr>
          <a:lstStyle>
            <a:lvl1pPr>
              <a:defRPr sz="4800" b="0" i="0" baseline="0">
                <a:solidFill>
                  <a:schemeClr val="bg1"/>
                </a:solidFill>
                <a:latin typeface="Garamond" panose="02020404030301010803" pitchFamily="18" charset="0"/>
                <a:ea typeface="Helvetica Neue" panose="02000503000000020004" pitchFamily="2" charset="0"/>
                <a:cs typeface="Arial" panose="020B0604020202020204" pitchFamily="34" charset="0"/>
              </a:defRPr>
            </a:lvl1pPr>
          </a:lstStyle>
          <a:p>
            <a:r>
              <a:rPr lang="en-US" dirty="0"/>
              <a:t>Section Header Here</a:t>
            </a:r>
          </a:p>
        </p:txBody>
      </p:sp>
    </p:spTree>
    <p:extLst>
      <p:ext uri="{BB962C8B-B14F-4D97-AF65-F5344CB8AC3E}">
        <p14:creationId xmlns:p14="http://schemas.microsoft.com/office/powerpoint/2010/main" val="1334700061"/>
      </p:ext>
    </p:extLst>
  </p:cSld>
  <p:clrMapOvr>
    <a:masterClrMapping/>
  </p:clrMapOvr>
  <p:transition>
    <p:fade/>
  </p:transition>
  <p:hf sldNum="0"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Blank">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17851730"/>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Closing with logo_1">
    <p:bg>
      <p:bgRef idx="1001">
        <a:schemeClr val="bg2"/>
      </p:bgRef>
    </p:bg>
    <p:spTree>
      <p:nvGrpSpPr>
        <p:cNvPr id="1" name=""/>
        <p:cNvGrpSpPr/>
        <p:nvPr/>
      </p:nvGrpSpPr>
      <p:grpSpPr>
        <a:xfrm>
          <a:off x="0" y="0"/>
          <a:ext cx="0" cy="0"/>
          <a:chOff x="0" y="0"/>
          <a:chExt cx="0" cy="0"/>
        </a:xfrm>
      </p:grpSpPr>
      <p:pic>
        <p:nvPicPr>
          <p:cNvPr id="4" name="Picture 41"/>
          <p:cNvPicPr>
            <a:picLocks noChangeAspect="1" noChangeArrowheads="1"/>
          </p:cNvPicPr>
          <p:nvPr/>
        </p:nvPicPr>
        <p:blipFill>
          <a:blip r:embed="rId2" cstate="screen">
            <a:extLst>
              <a:ext uri="{28A0092B-C50C-407E-A947-70E740481C1C}">
                <a14:useLocalDpi xmlns:a14="http://schemas.microsoft.com/office/drawing/2010/main"/>
              </a:ext>
            </a:extLst>
          </a:blip>
          <a:srcRect/>
          <a:stretch/>
        </p:blipFill>
        <p:spPr bwMode="invGray">
          <a:xfrm>
            <a:off x="5153582" y="2715240"/>
            <a:ext cx="2094721" cy="13576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95900237"/>
      </p:ext>
    </p:extLst>
  </p:cSld>
  <p:clrMapOvr>
    <a:overrideClrMapping bg1="dk1" tx1="lt1" bg2="dk2" tx2="lt2" accent1="accent1" accent2="accent2" accent3="accent3" accent4="accent4" accent5="accent5" accent6="accent6" hlink="hlink" folHlink="folHlink"/>
  </p:clrMapOvr>
  <p:transition>
    <p:fade/>
  </p:transition>
  <p:hf sldNum="0"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p:cSld name="Closing with logo_2">
    <p:bg>
      <p:bgRef idx="1001">
        <a:schemeClr val="bg1"/>
      </p:bgRef>
    </p:bg>
    <p:spTree>
      <p:nvGrpSpPr>
        <p:cNvPr id="1" name=""/>
        <p:cNvGrpSpPr/>
        <p:nvPr/>
      </p:nvGrpSpPr>
      <p:grpSpPr>
        <a:xfrm>
          <a:off x="0" y="0"/>
          <a:ext cx="0" cy="0"/>
          <a:chOff x="0" y="0"/>
          <a:chExt cx="0" cy="0"/>
        </a:xfrm>
      </p:grpSpPr>
      <p:pic>
        <p:nvPicPr>
          <p:cNvPr id="3" name="Picture 2"/>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5172533" y="2513068"/>
            <a:ext cx="1831867" cy="1831867"/>
          </a:xfrm>
          <a:prstGeom prst="rect">
            <a:avLst/>
          </a:prstGeom>
        </p:spPr>
      </p:pic>
    </p:spTree>
    <p:extLst>
      <p:ext uri="{BB962C8B-B14F-4D97-AF65-F5344CB8AC3E}">
        <p14:creationId xmlns:p14="http://schemas.microsoft.com/office/powerpoint/2010/main" val="2570181924"/>
      </p:ext>
    </p:extLst>
  </p:cSld>
  <p:clrMapOvr>
    <a:overrideClrMapping bg1="lt1" tx1="dk1" bg2="lt2" tx2="dk2" accent1="accent1" accent2="accent2" accent3="accent3" accent4="accent4" accent5="accent5" accent6="accent6" hlink="hlink" folHlink="folHlink"/>
  </p:clrMapOvr>
  <p:transition>
    <p:fade/>
  </p:transition>
  <p:hf sldNum="0"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p:cSld name="Closing – Research">
    <p:bg>
      <p:bgRef idx="1001">
        <a:schemeClr val="bg1"/>
      </p:bgRef>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C66F05B-DFA4-6F48-B676-F50E7C038154}"/>
              </a:ext>
            </a:extLst>
          </p:cNvPr>
          <p:cNvSpPr/>
          <p:nvPr/>
        </p:nvSpPr>
        <p:spPr bwMode="auto">
          <a:xfrm>
            <a:off x="8199442" y="2194560"/>
            <a:ext cx="3992561" cy="4663440"/>
          </a:xfrm>
          <a:prstGeom prst="rect">
            <a:avLst/>
          </a:prstGeom>
          <a:solidFill>
            <a:schemeClr val="tx1"/>
          </a:solidFill>
          <a:ln w="19050" algn="ctr">
            <a:noFill/>
            <a:miter lim="800000"/>
            <a:headEnd/>
            <a:tailEnd/>
          </a:ln>
        </p:spPr>
        <p:txBody>
          <a:bodyPr wrap="none" rtlCol="0" anchor="ctr"/>
          <a:lstStyle/>
          <a:p>
            <a:pPr algn="ctr">
              <a:lnSpc>
                <a:spcPct val="90000"/>
              </a:lnSpc>
            </a:pPr>
            <a:endParaRPr lang="en-US" sz="2133" b="1" dirty="0" err="1">
              <a:solidFill>
                <a:schemeClr val="bg1"/>
              </a:solidFill>
              <a:latin typeface="+mj-lt"/>
            </a:endParaRPr>
          </a:p>
        </p:txBody>
      </p:sp>
      <p:sp>
        <p:nvSpPr>
          <p:cNvPr id="7" name="Rectangle 6">
            <a:extLst>
              <a:ext uri="{FF2B5EF4-FFF2-40B4-BE49-F238E27FC236}">
                <a16:creationId xmlns:a16="http://schemas.microsoft.com/office/drawing/2014/main" id="{94494DF8-84C9-4641-9876-C01FAA2F1677}"/>
              </a:ext>
            </a:extLst>
          </p:cNvPr>
          <p:cNvSpPr/>
          <p:nvPr/>
        </p:nvSpPr>
        <p:spPr bwMode="auto">
          <a:xfrm>
            <a:off x="3" y="0"/>
            <a:ext cx="8199439" cy="2194560"/>
          </a:xfrm>
          <a:prstGeom prst="rect">
            <a:avLst/>
          </a:prstGeom>
          <a:solidFill>
            <a:schemeClr val="bg1">
              <a:lumMod val="95000"/>
            </a:schemeClr>
          </a:solidFill>
          <a:ln w="19050" algn="ctr">
            <a:noFill/>
            <a:miter lim="800000"/>
            <a:headEnd/>
            <a:tailEnd/>
          </a:ln>
        </p:spPr>
        <p:txBody>
          <a:bodyPr wrap="none" rtlCol="0" anchor="ctr"/>
          <a:lstStyle/>
          <a:p>
            <a:pPr algn="ctr">
              <a:lnSpc>
                <a:spcPct val="90000"/>
              </a:lnSpc>
            </a:pPr>
            <a:endParaRPr lang="en-US" sz="2133" b="1" dirty="0" err="1">
              <a:solidFill>
                <a:schemeClr val="bg1"/>
              </a:solidFill>
              <a:latin typeface="+mj-lt"/>
            </a:endParaRPr>
          </a:p>
        </p:txBody>
      </p:sp>
      <p:pic>
        <p:nvPicPr>
          <p:cNvPr id="13" name="Picture 12">
            <a:extLst>
              <a:ext uri="{FF2B5EF4-FFF2-40B4-BE49-F238E27FC236}">
                <a16:creationId xmlns:a16="http://schemas.microsoft.com/office/drawing/2014/main" id="{EB73C1E6-BC68-894B-BFA0-E9C181FA15C5}"/>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8199440" y="1"/>
            <a:ext cx="3992560" cy="2687339"/>
          </a:xfrm>
          <a:prstGeom prst="rect">
            <a:avLst/>
          </a:prstGeom>
        </p:spPr>
      </p:pic>
      <p:pic>
        <p:nvPicPr>
          <p:cNvPr id="14" name="Picture 13">
            <a:extLst>
              <a:ext uri="{FF2B5EF4-FFF2-40B4-BE49-F238E27FC236}">
                <a16:creationId xmlns:a16="http://schemas.microsoft.com/office/drawing/2014/main" id="{4AD4098B-43D5-4B4E-A524-530B7E386F9F}"/>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0" y="1851932"/>
            <a:ext cx="8199440" cy="5006069"/>
          </a:xfrm>
          <a:prstGeom prst="rect">
            <a:avLst/>
          </a:prstGeom>
        </p:spPr>
      </p:pic>
      <p:pic>
        <p:nvPicPr>
          <p:cNvPr id="2" name="Picture 1">
            <a:extLst>
              <a:ext uri="{FF2B5EF4-FFF2-40B4-BE49-F238E27FC236}">
                <a16:creationId xmlns:a16="http://schemas.microsoft.com/office/drawing/2014/main" id="{9A1E061F-A72A-5142-8A32-D6BACF33C6DA}"/>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3" y="193193"/>
            <a:ext cx="8199439" cy="1361512"/>
          </a:xfrm>
          <a:prstGeom prst="rect">
            <a:avLst/>
          </a:prstGeom>
        </p:spPr>
      </p:pic>
      <p:pic>
        <p:nvPicPr>
          <p:cNvPr id="8" name="Picture 7">
            <a:extLst>
              <a:ext uri="{FF2B5EF4-FFF2-40B4-BE49-F238E27FC236}">
                <a16:creationId xmlns:a16="http://schemas.microsoft.com/office/drawing/2014/main" id="{B6B44D79-B0F4-1A43-9BD5-09FD9E662AC0}"/>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8199438" y="2687340"/>
            <a:ext cx="2153917" cy="2153917"/>
          </a:xfrm>
          <a:prstGeom prst="rect">
            <a:avLst/>
          </a:prstGeom>
        </p:spPr>
      </p:pic>
    </p:spTree>
    <p:extLst>
      <p:ext uri="{BB962C8B-B14F-4D97-AF65-F5344CB8AC3E}">
        <p14:creationId xmlns:p14="http://schemas.microsoft.com/office/powerpoint/2010/main" val="3862529146"/>
      </p:ext>
    </p:extLst>
  </p:cSld>
  <p:clrMapOvr>
    <a:overrideClrMapping bg1="lt1" tx1="dk1" bg2="lt2" tx2="dk2" accent1="accent1" accent2="accent2" accent3="accent3" accent4="accent4" accent5="accent5" accent6="accent6" hlink="hlink" folHlink="folHlink"/>
  </p:clrMapOvr>
  <p:transition>
    <p:fade/>
  </p:transition>
  <p:hf sldNum="0"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p:cSld name="Closing – Mt. Zion">
    <p:bg>
      <p:bgRef idx="1001">
        <a:schemeClr val="bg1"/>
      </p:bgRef>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C66F05B-DFA4-6F48-B676-F50E7C038154}"/>
              </a:ext>
            </a:extLst>
          </p:cNvPr>
          <p:cNvSpPr/>
          <p:nvPr/>
        </p:nvSpPr>
        <p:spPr bwMode="auto">
          <a:xfrm>
            <a:off x="8199442" y="2194560"/>
            <a:ext cx="3992561" cy="4663440"/>
          </a:xfrm>
          <a:prstGeom prst="rect">
            <a:avLst/>
          </a:prstGeom>
          <a:solidFill>
            <a:schemeClr val="accent2"/>
          </a:solidFill>
          <a:ln w="19050" algn="ctr">
            <a:noFill/>
            <a:miter lim="800000"/>
            <a:headEnd/>
            <a:tailEnd/>
          </a:ln>
        </p:spPr>
        <p:txBody>
          <a:bodyPr wrap="none" rtlCol="0" anchor="ctr"/>
          <a:lstStyle/>
          <a:p>
            <a:pPr algn="ctr">
              <a:lnSpc>
                <a:spcPct val="90000"/>
              </a:lnSpc>
            </a:pPr>
            <a:endParaRPr lang="en-US" sz="2133" b="1" dirty="0" err="1">
              <a:solidFill>
                <a:schemeClr val="bg1"/>
              </a:solidFill>
              <a:latin typeface="+mj-lt"/>
            </a:endParaRPr>
          </a:p>
        </p:txBody>
      </p:sp>
      <p:sp>
        <p:nvSpPr>
          <p:cNvPr id="7" name="Rectangle 6">
            <a:extLst>
              <a:ext uri="{FF2B5EF4-FFF2-40B4-BE49-F238E27FC236}">
                <a16:creationId xmlns:a16="http://schemas.microsoft.com/office/drawing/2014/main" id="{94494DF8-84C9-4641-9876-C01FAA2F1677}"/>
              </a:ext>
            </a:extLst>
          </p:cNvPr>
          <p:cNvSpPr/>
          <p:nvPr/>
        </p:nvSpPr>
        <p:spPr bwMode="auto">
          <a:xfrm>
            <a:off x="3" y="0"/>
            <a:ext cx="8199439" cy="2194560"/>
          </a:xfrm>
          <a:prstGeom prst="rect">
            <a:avLst/>
          </a:prstGeom>
          <a:solidFill>
            <a:schemeClr val="bg1">
              <a:lumMod val="95000"/>
            </a:schemeClr>
          </a:solidFill>
          <a:ln w="19050" algn="ctr">
            <a:noFill/>
            <a:miter lim="800000"/>
            <a:headEnd/>
            <a:tailEnd/>
          </a:ln>
        </p:spPr>
        <p:txBody>
          <a:bodyPr wrap="none" rtlCol="0" anchor="ctr"/>
          <a:lstStyle/>
          <a:p>
            <a:pPr algn="ctr">
              <a:lnSpc>
                <a:spcPct val="90000"/>
              </a:lnSpc>
            </a:pPr>
            <a:endParaRPr lang="en-US" sz="2133" b="1" dirty="0" err="1">
              <a:solidFill>
                <a:schemeClr val="bg1"/>
              </a:solidFill>
              <a:latin typeface="+mj-lt"/>
            </a:endParaRPr>
          </a:p>
        </p:txBody>
      </p:sp>
      <p:pic>
        <p:nvPicPr>
          <p:cNvPr id="13" name="Picture 12">
            <a:extLst>
              <a:ext uri="{FF2B5EF4-FFF2-40B4-BE49-F238E27FC236}">
                <a16:creationId xmlns:a16="http://schemas.microsoft.com/office/drawing/2014/main" id="{EB73C1E6-BC68-894B-BFA0-E9C181FA15C5}"/>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8199440" y="12549"/>
            <a:ext cx="3992560" cy="2662244"/>
          </a:xfrm>
          <a:prstGeom prst="rect">
            <a:avLst/>
          </a:prstGeom>
        </p:spPr>
      </p:pic>
      <p:pic>
        <p:nvPicPr>
          <p:cNvPr id="14" name="Picture 13">
            <a:extLst>
              <a:ext uri="{FF2B5EF4-FFF2-40B4-BE49-F238E27FC236}">
                <a16:creationId xmlns:a16="http://schemas.microsoft.com/office/drawing/2014/main" id="{4AD4098B-43D5-4B4E-A524-530B7E386F9F}"/>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1" y="1851932"/>
            <a:ext cx="8199436" cy="5006069"/>
          </a:xfrm>
          <a:prstGeom prst="rect">
            <a:avLst/>
          </a:prstGeom>
        </p:spPr>
      </p:pic>
      <p:pic>
        <p:nvPicPr>
          <p:cNvPr id="10" name="Picture 9">
            <a:extLst>
              <a:ext uri="{FF2B5EF4-FFF2-40B4-BE49-F238E27FC236}">
                <a16:creationId xmlns:a16="http://schemas.microsoft.com/office/drawing/2014/main" id="{EA44FD6C-4722-4647-8824-7BD62CB49912}"/>
              </a:ext>
            </a:extLst>
          </p:cNvPr>
          <p:cNvPicPr>
            <a:picLocks noChangeAspect="1"/>
          </p:cNvPicPr>
          <p:nvPr/>
        </p:nvPicPr>
        <p:blipFill>
          <a:blip r:embed="rId4" cstate="screen">
            <a:extLst>
              <a:ext uri="{28A0092B-C50C-407E-A947-70E740481C1C}">
                <a14:useLocalDpi xmlns:a14="http://schemas.microsoft.com/office/drawing/2010/main"/>
              </a:ext>
            </a:extLst>
          </a:blip>
          <a:srcRect/>
          <a:stretch/>
        </p:blipFill>
        <p:spPr>
          <a:xfrm>
            <a:off x="8199436" y="2659757"/>
            <a:ext cx="2153920" cy="2153920"/>
          </a:xfrm>
          <a:prstGeom prst="rect">
            <a:avLst/>
          </a:prstGeom>
          <a:solidFill>
            <a:schemeClr val="accent1"/>
          </a:solidFill>
        </p:spPr>
      </p:pic>
      <p:pic>
        <p:nvPicPr>
          <p:cNvPr id="15" name="Graphic 14">
            <a:extLst>
              <a:ext uri="{FF2B5EF4-FFF2-40B4-BE49-F238E27FC236}">
                <a16:creationId xmlns:a16="http://schemas.microsoft.com/office/drawing/2014/main" id="{A81F62F8-022A-8040-9203-343FE92FDB09}"/>
              </a:ext>
            </a:extLst>
          </p:cNvPr>
          <p:cNvPicPr>
            <a:picLocks noChangeAspect="1"/>
          </p:cNvPicPr>
          <p:nvPr/>
        </p:nvPicPr>
        <p:blipFill rotWithShape="1">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rcRect t="35407" b="39964"/>
          <a:stretch/>
        </p:blipFill>
        <p:spPr>
          <a:xfrm>
            <a:off x="-1325089" y="1"/>
            <a:ext cx="9524528" cy="1851932"/>
          </a:xfrm>
          <a:prstGeom prst="rect">
            <a:avLst/>
          </a:prstGeom>
        </p:spPr>
      </p:pic>
    </p:spTree>
    <p:extLst>
      <p:ext uri="{BB962C8B-B14F-4D97-AF65-F5344CB8AC3E}">
        <p14:creationId xmlns:p14="http://schemas.microsoft.com/office/powerpoint/2010/main" val="3643376725"/>
      </p:ext>
    </p:extLst>
  </p:cSld>
  <p:clrMapOvr>
    <a:overrideClrMapping bg1="lt1" tx1="dk1" bg2="lt2" tx2="dk2" accent1="accent1" accent2="accent2" accent3="accent3" accent4="accent4" accent5="accent5" accent6="accent6" hlink="hlink" folHlink="folHlink"/>
  </p:clrMapOvr>
  <p:transition>
    <p:fade/>
  </p:transition>
  <p:hf sldNum="0" hdr="0" ftr="0" dt="0"/>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p:cSld name="Closing – Patient Care">
    <p:bg>
      <p:bgRef idx="1001">
        <a:schemeClr val="bg1"/>
      </p:bgRef>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544FBE2C-79B3-0741-8C4F-E79579E3B5C3}"/>
              </a:ext>
            </a:extLst>
          </p:cNvPr>
          <p:cNvSpPr/>
          <p:nvPr/>
        </p:nvSpPr>
        <p:spPr bwMode="auto">
          <a:xfrm>
            <a:off x="1" y="2194561"/>
            <a:ext cx="3992561" cy="4663440"/>
          </a:xfrm>
          <a:prstGeom prst="rect">
            <a:avLst/>
          </a:prstGeom>
          <a:solidFill>
            <a:schemeClr val="accent1"/>
          </a:solidFill>
          <a:ln w="19050" algn="ctr">
            <a:noFill/>
            <a:miter lim="800000"/>
            <a:headEnd/>
            <a:tailEnd/>
          </a:ln>
        </p:spPr>
        <p:txBody>
          <a:bodyPr wrap="none" rtlCol="0" anchor="ctr"/>
          <a:lstStyle/>
          <a:p>
            <a:pPr algn="ctr">
              <a:lnSpc>
                <a:spcPct val="90000"/>
              </a:lnSpc>
            </a:pPr>
            <a:endParaRPr lang="en-US" sz="2133" b="1" dirty="0" err="1">
              <a:solidFill>
                <a:schemeClr val="bg1"/>
              </a:solidFill>
              <a:latin typeface="+mj-lt"/>
            </a:endParaRPr>
          </a:p>
        </p:txBody>
      </p:sp>
      <p:sp>
        <p:nvSpPr>
          <p:cNvPr id="6" name="Rectangle 5">
            <a:extLst>
              <a:ext uri="{FF2B5EF4-FFF2-40B4-BE49-F238E27FC236}">
                <a16:creationId xmlns:a16="http://schemas.microsoft.com/office/drawing/2014/main" id="{7CBA96EE-AE7F-9D47-80E0-948746F73CBD}"/>
              </a:ext>
            </a:extLst>
          </p:cNvPr>
          <p:cNvSpPr/>
          <p:nvPr/>
        </p:nvSpPr>
        <p:spPr bwMode="auto">
          <a:xfrm>
            <a:off x="3675677" y="0"/>
            <a:ext cx="8516327" cy="2194560"/>
          </a:xfrm>
          <a:prstGeom prst="rect">
            <a:avLst/>
          </a:prstGeom>
          <a:solidFill>
            <a:schemeClr val="bg1">
              <a:lumMod val="95000"/>
            </a:schemeClr>
          </a:solidFill>
          <a:ln w="19050" algn="ctr">
            <a:noFill/>
            <a:miter lim="800000"/>
            <a:headEnd/>
            <a:tailEnd/>
          </a:ln>
        </p:spPr>
        <p:txBody>
          <a:bodyPr wrap="none" rtlCol="0" anchor="ctr"/>
          <a:lstStyle/>
          <a:p>
            <a:pPr algn="ctr">
              <a:lnSpc>
                <a:spcPct val="90000"/>
              </a:lnSpc>
            </a:pPr>
            <a:endParaRPr lang="en-US" sz="2133" b="1" dirty="0" err="1">
              <a:solidFill>
                <a:schemeClr val="bg1"/>
              </a:solidFill>
              <a:latin typeface="+mj-lt"/>
            </a:endParaRPr>
          </a:p>
        </p:txBody>
      </p:sp>
      <p:pic>
        <p:nvPicPr>
          <p:cNvPr id="11" name="Picture 10">
            <a:extLst>
              <a:ext uri="{FF2B5EF4-FFF2-40B4-BE49-F238E27FC236}">
                <a16:creationId xmlns:a16="http://schemas.microsoft.com/office/drawing/2014/main" id="{4508378B-0C89-E14E-8069-2034FF2D0F25}"/>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b="-1"/>
          <a:stretch/>
        </p:blipFill>
        <p:spPr>
          <a:xfrm>
            <a:off x="3" y="1"/>
            <a:ext cx="3680812" cy="2687339"/>
          </a:xfrm>
          <a:prstGeom prst="rect">
            <a:avLst/>
          </a:prstGeom>
        </p:spPr>
      </p:pic>
      <p:pic>
        <p:nvPicPr>
          <p:cNvPr id="13" name="Picture 12">
            <a:extLst>
              <a:ext uri="{FF2B5EF4-FFF2-40B4-BE49-F238E27FC236}">
                <a16:creationId xmlns:a16="http://schemas.microsoft.com/office/drawing/2014/main" id="{A98C622B-BC71-0F4D-ACEB-367F089BDF42}"/>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3675672" y="1676402"/>
            <a:ext cx="8516328" cy="5181599"/>
          </a:xfrm>
          <a:prstGeom prst="rect">
            <a:avLst/>
          </a:prstGeom>
        </p:spPr>
      </p:pic>
      <p:pic>
        <p:nvPicPr>
          <p:cNvPr id="14" name="Picture 13">
            <a:extLst>
              <a:ext uri="{FF2B5EF4-FFF2-40B4-BE49-F238E27FC236}">
                <a16:creationId xmlns:a16="http://schemas.microsoft.com/office/drawing/2014/main" id="{FC4AB437-D405-6C43-9FA5-FD5F04163FCD}"/>
              </a:ext>
            </a:extLst>
          </p:cNvPr>
          <p:cNvPicPr>
            <a:picLocks noChangeAspect="1"/>
          </p:cNvPicPr>
          <p:nvPr/>
        </p:nvPicPr>
        <p:blipFill>
          <a:blip r:embed="rId4" cstate="screen">
            <a:extLst>
              <a:ext uri="{28A0092B-C50C-407E-A947-70E740481C1C}">
                <a14:useLocalDpi xmlns:a14="http://schemas.microsoft.com/office/drawing/2010/main"/>
              </a:ext>
            </a:extLst>
          </a:blip>
          <a:srcRect/>
          <a:stretch/>
        </p:blipFill>
        <p:spPr>
          <a:xfrm>
            <a:off x="1520933" y="2687339"/>
            <a:ext cx="2153920" cy="2153920"/>
          </a:xfrm>
          <a:prstGeom prst="rect">
            <a:avLst/>
          </a:prstGeom>
          <a:solidFill>
            <a:schemeClr val="accent1"/>
          </a:solidFill>
        </p:spPr>
      </p:pic>
      <p:pic>
        <p:nvPicPr>
          <p:cNvPr id="2" name="Picture 1">
            <a:extLst>
              <a:ext uri="{FF2B5EF4-FFF2-40B4-BE49-F238E27FC236}">
                <a16:creationId xmlns:a16="http://schemas.microsoft.com/office/drawing/2014/main" id="{2A46CC52-4A32-374A-BF1E-0FA06087FD5A}"/>
              </a:ext>
            </a:extLst>
          </p:cNvPr>
          <p:cNvPicPr>
            <a:picLocks noChangeAspect="1"/>
          </p:cNvPicPr>
          <p:nvPr/>
        </p:nvPicPr>
        <p:blipFill rotWithShape="1">
          <a:blip r:embed="rId5" cstate="screen">
            <a:extLst>
              <a:ext uri="{28A0092B-C50C-407E-A947-70E740481C1C}">
                <a14:useLocalDpi xmlns:a14="http://schemas.microsoft.com/office/drawing/2010/main"/>
              </a:ext>
            </a:extLst>
          </a:blip>
          <a:srcRect l="2454" t="5935" r="2464" b="11182"/>
          <a:stretch/>
        </p:blipFill>
        <p:spPr>
          <a:xfrm>
            <a:off x="3674855" y="40643"/>
            <a:ext cx="8517148" cy="1635756"/>
          </a:xfrm>
          <a:prstGeom prst="rect">
            <a:avLst/>
          </a:prstGeom>
        </p:spPr>
      </p:pic>
    </p:spTree>
    <p:extLst>
      <p:ext uri="{BB962C8B-B14F-4D97-AF65-F5344CB8AC3E}">
        <p14:creationId xmlns:p14="http://schemas.microsoft.com/office/powerpoint/2010/main" val="4280686978"/>
      </p:ext>
    </p:extLst>
  </p:cSld>
  <p:clrMapOvr>
    <a:overrideClrMapping bg1="lt1" tx1="dk1" bg2="lt2" tx2="dk2" accent1="accent1" accent2="accent2" accent3="accent3" accent4="accent4" accent5="accent5" accent6="accent6" hlink="hlink" folHlink="folHlink"/>
  </p:clrMapOvr>
  <p:transition>
    <p:fade/>
  </p:transition>
  <p:hf sldNum="0" hdr="0" ftr="0" dt="0"/>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p:cSld name="Closing – Education">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A4FBBD5-5854-194C-9766-1823F3F5452C}"/>
              </a:ext>
            </a:extLst>
          </p:cNvPr>
          <p:cNvSpPr/>
          <p:nvPr/>
        </p:nvSpPr>
        <p:spPr bwMode="auto">
          <a:xfrm>
            <a:off x="1" y="2194561"/>
            <a:ext cx="3992561" cy="4663440"/>
          </a:xfrm>
          <a:prstGeom prst="rect">
            <a:avLst/>
          </a:prstGeom>
          <a:solidFill>
            <a:schemeClr val="accent2"/>
          </a:solidFill>
          <a:ln w="19050" algn="ctr">
            <a:noFill/>
            <a:miter lim="800000"/>
            <a:headEnd/>
            <a:tailEnd/>
          </a:ln>
        </p:spPr>
        <p:txBody>
          <a:bodyPr wrap="none" rtlCol="0" anchor="ctr"/>
          <a:lstStyle/>
          <a:p>
            <a:pPr algn="ctr">
              <a:lnSpc>
                <a:spcPct val="90000"/>
              </a:lnSpc>
            </a:pPr>
            <a:endParaRPr lang="en-US" sz="2133" b="1" dirty="0" err="1">
              <a:solidFill>
                <a:schemeClr val="bg1"/>
              </a:solidFill>
              <a:latin typeface="+mj-lt"/>
            </a:endParaRPr>
          </a:p>
        </p:txBody>
      </p:sp>
      <p:sp>
        <p:nvSpPr>
          <p:cNvPr id="6" name="Rectangle 5">
            <a:extLst>
              <a:ext uri="{FF2B5EF4-FFF2-40B4-BE49-F238E27FC236}">
                <a16:creationId xmlns:a16="http://schemas.microsoft.com/office/drawing/2014/main" id="{FEB282E7-F7BC-5A48-9E5F-4ECBFDF952A0}"/>
              </a:ext>
            </a:extLst>
          </p:cNvPr>
          <p:cNvSpPr/>
          <p:nvPr/>
        </p:nvSpPr>
        <p:spPr bwMode="auto">
          <a:xfrm>
            <a:off x="3675677" y="0"/>
            <a:ext cx="8516327" cy="2194560"/>
          </a:xfrm>
          <a:prstGeom prst="rect">
            <a:avLst/>
          </a:prstGeom>
          <a:solidFill>
            <a:schemeClr val="bg1">
              <a:lumMod val="95000"/>
            </a:schemeClr>
          </a:solidFill>
          <a:ln w="19050" algn="ctr">
            <a:noFill/>
            <a:miter lim="800000"/>
            <a:headEnd/>
            <a:tailEnd/>
          </a:ln>
        </p:spPr>
        <p:txBody>
          <a:bodyPr wrap="none" rtlCol="0" anchor="ctr"/>
          <a:lstStyle/>
          <a:p>
            <a:pPr algn="ctr">
              <a:lnSpc>
                <a:spcPct val="90000"/>
              </a:lnSpc>
            </a:pPr>
            <a:endParaRPr lang="en-US" sz="2133" b="1" dirty="0" err="1">
              <a:solidFill>
                <a:schemeClr val="bg1"/>
              </a:solidFill>
              <a:latin typeface="+mj-lt"/>
            </a:endParaRPr>
          </a:p>
        </p:txBody>
      </p:sp>
      <p:pic>
        <p:nvPicPr>
          <p:cNvPr id="10" name="Picture 9">
            <a:extLst>
              <a:ext uri="{FF2B5EF4-FFF2-40B4-BE49-F238E27FC236}">
                <a16:creationId xmlns:a16="http://schemas.microsoft.com/office/drawing/2014/main" id="{21C94893-0820-A743-86A6-BDEB411A7239}"/>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0" y="1"/>
            <a:ext cx="3675671" cy="2687339"/>
          </a:xfrm>
          <a:prstGeom prst="rect">
            <a:avLst/>
          </a:prstGeom>
        </p:spPr>
      </p:pic>
      <p:pic>
        <p:nvPicPr>
          <p:cNvPr id="11" name="Picture 10">
            <a:extLst>
              <a:ext uri="{FF2B5EF4-FFF2-40B4-BE49-F238E27FC236}">
                <a16:creationId xmlns:a16="http://schemas.microsoft.com/office/drawing/2014/main" id="{1412EA7E-47D5-4248-9461-6049F4FA2F31}"/>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3675672" y="1676402"/>
            <a:ext cx="8516328" cy="5181599"/>
          </a:xfrm>
          <a:prstGeom prst="rect">
            <a:avLst/>
          </a:prstGeom>
        </p:spPr>
      </p:pic>
      <p:pic>
        <p:nvPicPr>
          <p:cNvPr id="9" name="Graphic 8">
            <a:extLst>
              <a:ext uri="{FF2B5EF4-FFF2-40B4-BE49-F238E27FC236}">
                <a16:creationId xmlns:a16="http://schemas.microsoft.com/office/drawing/2014/main" id="{21F1DBF9-E6D2-EC49-80D7-6EE1B776A50D}"/>
              </a:ext>
            </a:extLst>
          </p:cNvPr>
          <p:cNvPicPr>
            <a:picLocks noChangeAspect="1"/>
          </p:cNvPicPr>
          <p:nvPr/>
        </p:nvPicPr>
        <p:blipFill rotWithShape="1">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t="37974" b="37397"/>
          <a:stretch/>
        </p:blipFill>
        <p:spPr>
          <a:xfrm>
            <a:off x="3674853" y="20340"/>
            <a:ext cx="8517147" cy="1656059"/>
          </a:xfrm>
          <a:prstGeom prst="rect">
            <a:avLst/>
          </a:prstGeom>
        </p:spPr>
      </p:pic>
      <p:pic>
        <p:nvPicPr>
          <p:cNvPr id="13" name="Picture 12">
            <a:extLst>
              <a:ext uri="{FF2B5EF4-FFF2-40B4-BE49-F238E27FC236}">
                <a16:creationId xmlns:a16="http://schemas.microsoft.com/office/drawing/2014/main" id="{5656DF26-9AA1-AC46-9695-22DFD8CE98E3}"/>
              </a:ext>
            </a:extLst>
          </p:cNvPr>
          <p:cNvPicPr>
            <a:picLocks noChangeAspect="1"/>
          </p:cNvPicPr>
          <p:nvPr/>
        </p:nvPicPr>
        <p:blipFill>
          <a:blip r:embed="rId6" cstate="screen">
            <a:extLst>
              <a:ext uri="{28A0092B-C50C-407E-A947-70E740481C1C}">
                <a14:useLocalDpi xmlns:a14="http://schemas.microsoft.com/office/drawing/2010/main"/>
              </a:ext>
            </a:extLst>
          </a:blip>
          <a:srcRect/>
          <a:stretch/>
        </p:blipFill>
        <p:spPr>
          <a:xfrm>
            <a:off x="1520933" y="2687339"/>
            <a:ext cx="2153920" cy="2153920"/>
          </a:xfrm>
          <a:prstGeom prst="rect">
            <a:avLst/>
          </a:prstGeom>
          <a:solidFill>
            <a:schemeClr val="accent1"/>
          </a:solidFill>
        </p:spPr>
      </p:pic>
    </p:spTree>
    <p:extLst>
      <p:ext uri="{BB962C8B-B14F-4D97-AF65-F5344CB8AC3E}">
        <p14:creationId xmlns:p14="http://schemas.microsoft.com/office/powerpoint/2010/main" val="384079331"/>
      </p:ext>
    </p:extLst>
  </p:cSld>
  <p:clrMapOvr>
    <a:overrideClrMapping bg1="lt1" tx1="dk1" bg2="lt2" tx2="dk2" accent1="accent1" accent2="accent2" accent3="accent3" accent4="accent4" accent5="accent5" accent6="accent6" hlink="hlink" folHlink="folHlink"/>
  </p:clrMapOvr>
  <p:transition>
    <p:fade/>
  </p:transition>
  <p:hf sldNum="0" hdr="0" ftr="0" dt="0"/>
</p:sldLayout>
</file>

<file path=ppt/slideLayouts/slideLayout3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301923" y="1122363"/>
            <a:ext cx="7588155" cy="2621154"/>
          </a:xfrm>
        </p:spPr>
        <p:txBody>
          <a:bodyPr anchor="b">
            <a:normAutofit/>
          </a:bodyPr>
          <a:lstStyle>
            <a:lvl1pPr algn="ctr">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3843708"/>
            <a:ext cx="7588155" cy="1414091"/>
          </a:xfrm>
        </p:spPr>
        <p:txBody>
          <a:bodyPr>
            <a:normAutofit/>
          </a:bodyPr>
          <a:lstStyle>
            <a:lvl1pPr marL="0" indent="0" algn="ctr">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C128FA71-3A18-48C0-980F-4B68F7F63042}" type="datetime1">
              <a:rPr lang="en-US" smtClean="0"/>
              <a:t>2/8/26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55790275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51C1210E-201E-4473-82AC-2466F5386C38}" type="datetime1">
              <a:rPr lang="en-US" smtClean="0"/>
              <a:t>2/8/26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9806570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ver – White">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570960" y="629135"/>
            <a:ext cx="1743437" cy="1130005"/>
          </a:xfrm>
          <a:prstGeom prst="rect">
            <a:avLst/>
          </a:prstGeom>
        </p:spPr>
      </p:pic>
      <p:sp>
        <p:nvSpPr>
          <p:cNvPr id="2" name="Rectangle 1"/>
          <p:cNvSpPr/>
          <p:nvPr userDrawn="1"/>
        </p:nvSpPr>
        <p:spPr bwMode="auto">
          <a:xfrm>
            <a:off x="212035" y="5764696"/>
            <a:ext cx="11979965" cy="1093304"/>
          </a:xfrm>
          <a:prstGeom prst="rect">
            <a:avLst/>
          </a:prstGeom>
          <a:solidFill>
            <a:schemeClr val="bg1"/>
          </a:solidFill>
          <a:ln w="19050" algn="ctr">
            <a:noFill/>
            <a:miter lim="800000"/>
            <a:headEnd/>
            <a:tailEnd/>
          </a:ln>
        </p:spPr>
        <p:txBody>
          <a:bodyPr wrap="none" rtlCol="0" anchor="ctr"/>
          <a:lstStyle/>
          <a:p>
            <a:pPr algn="ctr">
              <a:lnSpc>
                <a:spcPct val="90000"/>
              </a:lnSpc>
            </a:pPr>
            <a:endParaRPr lang="en-US" sz="2133" b="0" i="0" dirty="0" err="1">
              <a:solidFill>
                <a:schemeClr val="bg1"/>
              </a:solidFill>
              <a:latin typeface="Arial" panose="020B0604020202020204" pitchFamily="34" charset="0"/>
            </a:endParaRPr>
          </a:p>
        </p:txBody>
      </p:sp>
      <p:sp>
        <p:nvSpPr>
          <p:cNvPr id="22" name="Title 15"/>
          <p:cNvSpPr>
            <a:spLocks noGrp="1"/>
          </p:cNvSpPr>
          <p:nvPr>
            <p:ph type="title" hasCustomPrompt="1"/>
          </p:nvPr>
        </p:nvSpPr>
        <p:spPr>
          <a:xfrm>
            <a:off x="398935" y="2504663"/>
            <a:ext cx="8188479" cy="1749284"/>
          </a:xfrm>
        </p:spPr>
        <p:txBody>
          <a:bodyPr anchor="b">
            <a:noAutofit/>
          </a:bodyPr>
          <a:lstStyle>
            <a:lvl1pPr>
              <a:defRPr sz="4800" b="0" i="0" baseline="0">
                <a:solidFill>
                  <a:schemeClr val="tx1"/>
                </a:solidFill>
                <a:latin typeface="+mj-lt"/>
                <a:ea typeface="Helvetica Neue" panose="02000503000000020004" pitchFamily="2" charset="0"/>
                <a:cs typeface="Arial" panose="020B0604020202020204" pitchFamily="34" charset="0"/>
              </a:defRPr>
            </a:lvl1pPr>
          </a:lstStyle>
          <a:p>
            <a:r>
              <a:rPr lang="en-US" dirty="0"/>
              <a:t>Title Here</a:t>
            </a:r>
          </a:p>
        </p:txBody>
      </p:sp>
      <p:sp>
        <p:nvSpPr>
          <p:cNvPr id="23" name="Date Placeholder 4"/>
          <p:cNvSpPr>
            <a:spLocks noGrp="1"/>
          </p:cNvSpPr>
          <p:nvPr>
            <p:ph type="dt" sz="half" idx="2"/>
          </p:nvPr>
        </p:nvSpPr>
        <p:spPr>
          <a:xfrm>
            <a:off x="425600" y="6155226"/>
            <a:ext cx="2567117" cy="238607"/>
          </a:xfrm>
          <a:prstGeom prst="rect">
            <a:avLst/>
          </a:prstGeom>
        </p:spPr>
        <p:txBody>
          <a:bodyPr vert="horz" wrap="square" lIns="91440" tIns="0" rIns="91440" bIns="0" rtlCol="0" anchor="b" anchorCtr="0">
            <a:noAutofit/>
          </a:bodyPr>
          <a:lstStyle>
            <a:lvl1pPr algn="l">
              <a:defRPr sz="1600" b="0" i="0">
                <a:solidFill>
                  <a:schemeClr val="tx1"/>
                </a:solidFill>
                <a:latin typeface="Arial" panose="020B0604020202020204" pitchFamily="34" charset="0"/>
                <a:ea typeface="Helvetica Neue" panose="02000503000000020004" pitchFamily="2" charset="0"/>
                <a:cs typeface="Arial" panose="020B0604020202020204" pitchFamily="34" charset="0"/>
              </a:defRPr>
            </a:lvl1pPr>
          </a:lstStyle>
          <a:p>
            <a:fld id="{D470D759-0E0E-8249-AFAC-A75A00A3758F}" type="datetime1">
              <a:rPr lang="en-US" smtClean="0"/>
              <a:t>2/8/26</a:t>
            </a:fld>
            <a:endParaRPr lang="en-US" dirty="0"/>
          </a:p>
        </p:txBody>
      </p:sp>
      <p:sp>
        <p:nvSpPr>
          <p:cNvPr id="24" name="Text Placeholder 2"/>
          <p:cNvSpPr>
            <a:spLocks noGrp="1"/>
          </p:cNvSpPr>
          <p:nvPr>
            <p:ph type="body" sz="quarter" idx="10" hasCustomPrompt="1"/>
          </p:nvPr>
        </p:nvSpPr>
        <p:spPr>
          <a:xfrm>
            <a:off x="423461" y="5469677"/>
            <a:ext cx="5588615" cy="568959"/>
          </a:xfrm>
          <a:prstGeom prst="rect">
            <a:avLst/>
          </a:prstGeom>
        </p:spPr>
        <p:txBody>
          <a:bodyPr vert="horz" wrap="square" lIns="91440" tIns="0" rIns="91440" bIns="0" rtlCol="0" anchor="b" anchorCtr="0">
            <a:noAutofit/>
          </a:bodyPr>
          <a:lstStyle>
            <a:lvl1pPr marL="0" indent="0">
              <a:lnSpc>
                <a:spcPct val="100000"/>
              </a:lnSpc>
              <a:spcBef>
                <a:spcPts val="0"/>
              </a:spcBef>
              <a:spcAft>
                <a:spcPts val="0"/>
              </a:spcAft>
              <a:buNone/>
              <a:defRPr lang="en-US" sz="2133" b="0" i="0" baseline="0" dirty="0" smtClean="0">
                <a:solidFill>
                  <a:schemeClr val="tx1"/>
                </a:solidFill>
                <a:latin typeface="Arial" panose="020B0604020202020204" pitchFamily="34" charset="0"/>
                <a:ea typeface="Helvetica Neue" panose="02000503000000020004" pitchFamily="2" charset="0"/>
                <a:cs typeface="Arial" panose="020B0604020202020204" pitchFamily="34" charset="0"/>
              </a:defRPr>
            </a:lvl1pPr>
            <a:lvl2pPr>
              <a:defRPr lang="en-US" sz="2400" dirty="0" smtClean="0">
                <a:latin typeface="+mn-lt"/>
              </a:defRPr>
            </a:lvl2pPr>
            <a:lvl3pPr>
              <a:defRPr lang="en-US" sz="2400" dirty="0" smtClean="0">
                <a:latin typeface="+mn-lt"/>
              </a:defRPr>
            </a:lvl3pPr>
            <a:lvl4pPr>
              <a:defRPr lang="en-US" sz="2400" dirty="0" smtClean="0">
                <a:latin typeface="+mn-lt"/>
              </a:defRPr>
            </a:lvl4pPr>
            <a:lvl5pPr>
              <a:defRPr lang="en-US" sz="2400" dirty="0">
                <a:latin typeface="+mn-lt"/>
              </a:defRPr>
            </a:lvl5pPr>
          </a:lstStyle>
          <a:p>
            <a:pPr marL="0" lvl="0"/>
            <a:r>
              <a:rPr lang="en-US" dirty="0"/>
              <a:t>Presenter’s Name</a:t>
            </a:r>
          </a:p>
        </p:txBody>
      </p:sp>
      <p:sp>
        <p:nvSpPr>
          <p:cNvPr id="25" name="Text Placeholder 3"/>
          <p:cNvSpPr>
            <a:spLocks noGrp="1"/>
          </p:cNvSpPr>
          <p:nvPr>
            <p:ph type="body" sz="quarter" idx="15" hasCustomPrompt="1"/>
          </p:nvPr>
        </p:nvSpPr>
        <p:spPr>
          <a:xfrm>
            <a:off x="403755" y="4246881"/>
            <a:ext cx="8196909" cy="677627"/>
          </a:xfrm>
          <a:prstGeom prst="rect">
            <a:avLst/>
          </a:prstGeom>
        </p:spPr>
        <p:txBody>
          <a:bodyPr>
            <a:noAutofit/>
          </a:bodyPr>
          <a:lstStyle>
            <a:lvl1pPr marL="0" indent="0" algn="l">
              <a:lnSpc>
                <a:spcPct val="100000"/>
              </a:lnSpc>
              <a:buNone/>
              <a:defRPr sz="2133" b="0" i="0">
                <a:solidFill>
                  <a:schemeClr val="tx1"/>
                </a:solidFill>
                <a:latin typeface="Arial" panose="020B0604020202020204" pitchFamily="34" charset="0"/>
                <a:ea typeface="Helvetica Neue" panose="02000503000000020004" pitchFamily="2" charset="0"/>
                <a:cs typeface="Arial" panose="020B0604020202020204" pitchFamily="34" charset="0"/>
              </a:defRPr>
            </a:lvl1pPr>
            <a:lvl2pPr marL="306900" indent="0">
              <a:lnSpc>
                <a:spcPct val="100000"/>
              </a:lnSpc>
              <a:buNone/>
              <a:defRPr i="1">
                <a:latin typeface="+mn-lt"/>
              </a:defRPr>
            </a:lvl2pPr>
            <a:lvl3pPr marL="687881" indent="0">
              <a:lnSpc>
                <a:spcPct val="100000"/>
              </a:lnSpc>
              <a:buNone/>
              <a:defRPr i="1">
                <a:latin typeface="+mn-lt"/>
              </a:defRPr>
            </a:lvl3pPr>
            <a:lvl4pPr marL="1066747" indent="0">
              <a:lnSpc>
                <a:spcPct val="100000"/>
              </a:lnSpc>
              <a:buNone/>
              <a:defRPr i="1">
                <a:latin typeface="+mn-lt"/>
              </a:defRPr>
            </a:lvl4pPr>
            <a:lvl5pPr marL="1447728" indent="0">
              <a:lnSpc>
                <a:spcPct val="100000"/>
              </a:lnSpc>
              <a:buNone/>
              <a:defRPr i="1">
                <a:latin typeface="+mn-lt"/>
              </a:defRPr>
            </a:lvl5pPr>
          </a:lstStyle>
          <a:p>
            <a:pPr lvl="0"/>
            <a:r>
              <a:rPr lang="en-US" dirty="0"/>
              <a:t>Optional Subhead here</a:t>
            </a:r>
          </a:p>
        </p:txBody>
      </p:sp>
    </p:spTree>
    <p:extLst>
      <p:ext uri="{BB962C8B-B14F-4D97-AF65-F5344CB8AC3E}">
        <p14:creationId xmlns:p14="http://schemas.microsoft.com/office/powerpoint/2010/main" val="1028752714"/>
      </p:ext>
    </p:extLst>
  </p:cSld>
  <p:clrMapOvr>
    <a:masterClrMapping/>
  </p:clrMapOvr>
  <p:transition>
    <p:fade/>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ver – Teal">
    <p:bg>
      <p:bgPr>
        <a:solidFill>
          <a:schemeClr val="accent2"/>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570960" y="637901"/>
            <a:ext cx="1729936" cy="1121255"/>
          </a:xfrm>
          <a:prstGeom prst="rect">
            <a:avLst/>
          </a:prstGeom>
        </p:spPr>
      </p:pic>
      <p:sp>
        <p:nvSpPr>
          <p:cNvPr id="2" name="Rectangle 1"/>
          <p:cNvSpPr/>
          <p:nvPr userDrawn="1"/>
        </p:nvSpPr>
        <p:spPr bwMode="auto">
          <a:xfrm>
            <a:off x="212035" y="5764696"/>
            <a:ext cx="11979965" cy="1093304"/>
          </a:xfrm>
          <a:prstGeom prst="rect">
            <a:avLst/>
          </a:prstGeom>
          <a:solidFill>
            <a:schemeClr val="accent2"/>
          </a:solidFill>
          <a:ln w="19050" algn="ctr">
            <a:noFill/>
            <a:miter lim="800000"/>
            <a:headEnd/>
            <a:tailEnd/>
          </a:ln>
        </p:spPr>
        <p:txBody>
          <a:bodyPr wrap="none" rtlCol="0" anchor="ctr"/>
          <a:lstStyle/>
          <a:p>
            <a:pPr algn="ctr">
              <a:lnSpc>
                <a:spcPct val="90000"/>
              </a:lnSpc>
            </a:pPr>
            <a:endParaRPr lang="en-US" sz="2133" b="0" i="0" dirty="0" err="1">
              <a:solidFill>
                <a:schemeClr val="bg1"/>
              </a:solidFill>
              <a:latin typeface="Arial" panose="020B0604020202020204" pitchFamily="34" charset="0"/>
            </a:endParaRPr>
          </a:p>
        </p:txBody>
      </p:sp>
      <p:sp>
        <p:nvSpPr>
          <p:cNvPr id="15" name="Date Placeholder 4"/>
          <p:cNvSpPr>
            <a:spLocks noGrp="1"/>
          </p:cNvSpPr>
          <p:nvPr>
            <p:ph type="dt" sz="half" idx="2"/>
          </p:nvPr>
        </p:nvSpPr>
        <p:spPr>
          <a:xfrm>
            <a:off x="425600" y="6155226"/>
            <a:ext cx="2567117" cy="238607"/>
          </a:xfrm>
          <a:prstGeom prst="rect">
            <a:avLst/>
          </a:prstGeom>
        </p:spPr>
        <p:txBody>
          <a:bodyPr vert="horz" wrap="square" lIns="91440" tIns="0" rIns="91440" bIns="0" rtlCol="0" anchor="b" anchorCtr="0">
            <a:noAutofit/>
          </a:bodyPr>
          <a:lstStyle>
            <a:lvl1pPr algn="l">
              <a:defRPr sz="1600" b="0" i="0">
                <a:solidFill>
                  <a:schemeClr val="tx1"/>
                </a:solidFill>
                <a:latin typeface="Arial" panose="020B0604020202020204" pitchFamily="34" charset="0"/>
                <a:ea typeface="Helvetica Neue" panose="02000503000000020004" pitchFamily="2" charset="0"/>
                <a:cs typeface="Arial" panose="020B0604020202020204" pitchFamily="34" charset="0"/>
              </a:defRPr>
            </a:lvl1pPr>
          </a:lstStyle>
          <a:p>
            <a:fld id="{D2C759A4-81DB-2B49-BAD8-20F4759D56E4}" type="datetime1">
              <a:rPr lang="en-US" smtClean="0"/>
              <a:t>2/8/26</a:t>
            </a:fld>
            <a:endParaRPr lang="en-US" dirty="0"/>
          </a:p>
        </p:txBody>
      </p:sp>
      <p:sp>
        <p:nvSpPr>
          <p:cNvPr id="17" name="Text Placeholder 3"/>
          <p:cNvSpPr>
            <a:spLocks noGrp="1"/>
          </p:cNvSpPr>
          <p:nvPr>
            <p:ph type="body" sz="quarter" idx="15" hasCustomPrompt="1"/>
          </p:nvPr>
        </p:nvSpPr>
        <p:spPr>
          <a:xfrm>
            <a:off x="403755" y="4246881"/>
            <a:ext cx="8196909" cy="677627"/>
          </a:xfrm>
          <a:prstGeom prst="rect">
            <a:avLst/>
          </a:prstGeom>
        </p:spPr>
        <p:txBody>
          <a:bodyPr>
            <a:noAutofit/>
          </a:bodyPr>
          <a:lstStyle>
            <a:lvl1pPr marL="0" indent="0" algn="l">
              <a:lnSpc>
                <a:spcPct val="100000"/>
              </a:lnSpc>
              <a:buNone/>
              <a:defRPr sz="2133" b="0" i="0">
                <a:solidFill>
                  <a:schemeClr val="tx1"/>
                </a:solidFill>
                <a:latin typeface="Arial" panose="020B0604020202020204" pitchFamily="34" charset="0"/>
                <a:ea typeface="Helvetica Neue" panose="02000503000000020004" pitchFamily="2" charset="0"/>
                <a:cs typeface="Arial" panose="020B0604020202020204" pitchFamily="34" charset="0"/>
              </a:defRPr>
            </a:lvl1pPr>
            <a:lvl2pPr marL="306900" indent="0">
              <a:lnSpc>
                <a:spcPct val="100000"/>
              </a:lnSpc>
              <a:buNone/>
              <a:defRPr i="1">
                <a:latin typeface="+mn-lt"/>
              </a:defRPr>
            </a:lvl2pPr>
            <a:lvl3pPr marL="687881" indent="0">
              <a:lnSpc>
                <a:spcPct val="100000"/>
              </a:lnSpc>
              <a:buNone/>
              <a:defRPr i="1">
                <a:latin typeface="+mn-lt"/>
              </a:defRPr>
            </a:lvl3pPr>
            <a:lvl4pPr marL="1066747" indent="0">
              <a:lnSpc>
                <a:spcPct val="100000"/>
              </a:lnSpc>
              <a:buNone/>
              <a:defRPr i="1">
                <a:latin typeface="+mn-lt"/>
              </a:defRPr>
            </a:lvl4pPr>
            <a:lvl5pPr marL="1447728" indent="0">
              <a:lnSpc>
                <a:spcPct val="100000"/>
              </a:lnSpc>
              <a:buNone/>
              <a:defRPr i="1">
                <a:latin typeface="+mn-lt"/>
              </a:defRPr>
            </a:lvl5pPr>
          </a:lstStyle>
          <a:p>
            <a:pPr lvl="0"/>
            <a:r>
              <a:rPr lang="en-US" dirty="0"/>
              <a:t>Optional Subhead here</a:t>
            </a:r>
          </a:p>
        </p:txBody>
      </p:sp>
      <p:sp>
        <p:nvSpPr>
          <p:cNvPr id="10" name="Text Placeholder 2"/>
          <p:cNvSpPr>
            <a:spLocks noGrp="1"/>
          </p:cNvSpPr>
          <p:nvPr>
            <p:ph type="body" sz="quarter" idx="10" hasCustomPrompt="1"/>
          </p:nvPr>
        </p:nvSpPr>
        <p:spPr>
          <a:xfrm>
            <a:off x="423461" y="5469677"/>
            <a:ext cx="5588615" cy="568959"/>
          </a:xfrm>
          <a:prstGeom prst="rect">
            <a:avLst/>
          </a:prstGeom>
        </p:spPr>
        <p:txBody>
          <a:bodyPr vert="horz" wrap="square" lIns="91440" tIns="0" rIns="91440" bIns="0" rtlCol="0" anchor="b" anchorCtr="0">
            <a:noAutofit/>
          </a:bodyPr>
          <a:lstStyle>
            <a:lvl1pPr marL="0" indent="0">
              <a:lnSpc>
                <a:spcPct val="100000"/>
              </a:lnSpc>
              <a:spcBef>
                <a:spcPts val="0"/>
              </a:spcBef>
              <a:spcAft>
                <a:spcPts val="0"/>
              </a:spcAft>
              <a:buNone/>
              <a:defRPr lang="en-US" sz="2133" b="0" i="0" baseline="0" dirty="0" smtClean="0">
                <a:solidFill>
                  <a:schemeClr val="tx1"/>
                </a:solidFill>
                <a:latin typeface="Arial" panose="020B0604020202020204" pitchFamily="34" charset="0"/>
                <a:ea typeface="Helvetica Neue" panose="02000503000000020004" pitchFamily="2" charset="0"/>
                <a:cs typeface="Arial" panose="020B0604020202020204" pitchFamily="34" charset="0"/>
              </a:defRPr>
            </a:lvl1pPr>
            <a:lvl2pPr>
              <a:defRPr lang="en-US" sz="2400" dirty="0" smtClean="0">
                <a:latin typeface="+mn-lt"/>
              </a:defRPr>
            </a:lvl2pPr>
            <a:lvl3pPr>
              <a:defRPr lang="en-US" sz="2400" dirty="0" smtClean="0">
                <a:latin typeface="+mn-lt"/>
              </a:defRPr>
            </a:lvl3pPr>
            <a:lvl4pPr>
              <a:defRPr lang="en-US" sz="2400" dirty="0" smtClean="0">
                <a:latin typeface="+mn-lt"/>
              </a:defRPr>
            </a:lvl4pPr>
            <a:lvl5pPr>
              <a:defRPr lang="en-US" sz="2400" dirty="0">
                <a:latin typeface="+mn-lt"/>
              </a:defRPr>
            </a:lvl5pPr>
          </a:lstStyle>
          <a:p>
            <a:pPr marL="0" lvl="0"/>
            <a:r>
              <a:rPr lang="en-US" dirty="0"/>
              <a:t>Presenter’s Name</a:t>
            </a:r>
          </a:p>
        </p:txBody>
      </p:sp>
      <p:sp>
        <p:nvSpPr>
          <p:cNvPr id="11" name="Title 15">
            <a:extLst>
              <a:ext uri="{FF2B5EF4-FFF2-40B4-BE49-F238E27FC236}">
                <a16:creationId xmlns:a16="http://schemas.microsoft.com/office/drawing/2014/main" id="{A8F50CE7-BE49-DF46-A309-403467331352}"/>
              </a:ext>
            </a:extLst>
          </p:cNvPr>
          <p:cNvSpPr>
            <a:spLocks noGrp="1"/>
          </p:cNvSpPr>
          <p:nvPr>
            <p:ph type="title" hasCustomPrompt="1"/>
          </p:nvPr>
        </p:nvSpPr>
        <p:spPr>
          <a:xfrm>
            <a:off x="398935" y="2504663"/>
            <a:ext cx="8188479" cy="1749284"/>
          </a:xfrm>
        </p:spPr>
        <p:txBody>
          <a:bodyPr anchor="b">
            <a:noAutofit/>
          </a:bodyPr>
          <a:lstStyle>
            <a:lvl1pPr>
              <a:defRPr sz="4800" b="0" i="0" baseline="0">
                <a:solidFill>
                  <a:schemeClr val="tx1"/>
                </a:solidFill>
                <a:latin typeface="Garamond" panose="02020404030301010803" pitchFamily="18" charset="0"/>
                <a:ea typeface="Helvetica Neue" panose="02000503000000020004" pitchFamily="2" charset="0"/>
                <a:cs typeface="Arial" panose="020B0604020202020204" pitchFamily="34" charset="0"/>
              </a:defRPr>
            </a:lvl1pPr>
          </a:lstStyle>
          <a:p>
            <a:r>
              <a:rPr lang="en-US" dirty="0"/>
              <a:t>Title Here</a:t>
            </a:r>
          </a:p>
        </p:txBody>
      </p:sp>
    </p:spTree>
    <p:extLst>
      <p:ext uri="{BB962C8B-B14F-4D97-AF65-F5344CB8AC3E}">
        <p14:creationId xmlns:p14="http://schemas.microsoft.com/office/powerpoint/2010/main" val="3166424248"/>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over – Blue">
    <p:bg>
      <p:bgPr>
        <a:solidFill>
          <a:schemeClr val="bg1"/>
        </a:solidFill>
        <a:effectLst/>
      </p:bgPr>
    </p:bg>
    <p:spTree>
      <p:nvGrpSpPr>
        <p:cNvPr id="1" name=""/>
        <p:cNvGrpSpPr/>
        <p:nvPr/>
      </p:nvGrpSpPr>
      <p:grpSpPr>
        <a:xfrm>
          <a:off x="0" y="0"/>
          <a:ext cx="0" cy="0"/>
          <a:chOff x="0" y="0"/>
          <a:chExt cx="0" cy="0"/>
        </a:xfrm>
      </p:grpSpPr>
      <p:sp>
        <p:nvSpPr>
          <p:cNvPr id="2" name="Rectangle 1"/>
          <p:cNvSpPr/>
          <p:nvPr userDrawn="1"/>
        </p:nvSpPr>
        <p:spPr bwMode="auto">
          <a:xfrm>
            <a:off x="212035" y="5764696"/>
            <a:ext cx="11979965" cy="1093304"/>
          </a:xfrm>
          <a:prstGeom prst="rect">
            <a:avLst/>
          </a:prstGeom>
          <a:solidFill>
            <a:schemeClr val="bg1"/>
          </a:solidFill>
          <a:ln w="19050" algn="ctr">
            <a:noFill/>
            <a:miter lim="800000"/>
            <a:headEnd/>
            <a:tailEnd/>
          </a:ln>
        </p:spPr>
        <p:txBody>
          <a:bodyPr wrap="none" rtlCol="0" anchor="ctr"/>
          <a:lstStyle/>
          <a:p>
            <a:pPr algn="ctr">
              <a:lnSpc>
                <a:spcPct val="90000"/>
              </a:lnSpc>
            </a:pPr>
            <a:endParaRPr lang="en-US" sz="2133" b="0" i="0" dirty="0" err="1">
              <a:solidFill>
                <a:schemeClr val="bg1"/>
              </a:solidFill>
              <a:latin typeface="Arial" panose="020B0604020202020204" pitchFamily="34" charset="0"/>
            </a:endParaRPr>
          </a:p>
        </p:txBody>
      </p:sp>
      <p:sp>
        <p:nvSpPr>
          <p:cNvPr id="14" name="Title 15"/>
          <p:cNvSpPr>
            <a:spLocks noGrp="1"/>
          </p:cNvSpPr>
          <p:nvPr>
            <p:ph type="title" hasCustomPrompt="1"/>
          </p:nvPr>
        </p:nvSpPr>
        <p:spPr>
          <a:xfrm>
            <a:off x="398935" y="2504663"/>
            <a:ext cx="8188479" cy="1749284"/>
          </a:xfrm>
        </p:spPr>
        <p:txBody>
          <a:bodyPr anchor="b">
            <a:noAutofit/>
          </a:bodyPr>
          <a:lstStyle>
            <a:lvl1pPr>
              <a:defRPr sz="4800" b="0" i="0" baseline="0">
                <a:solidFill>
                  <a:schemeClr val="tx1"/>
                </a:solidFill>
                <a:latin typeface="Garamond" panose="02020404030301010803" pitchFamily="18" charset="0"/>
                <a:ea typeface="Helvetica Neue" panose="02000503000000020004" pitchFamily="2" charset="0"/>
                <a:cs typeface="Arial" panose="020B0604020202020204" pitchFamily="34" charset="0"/>
              </a:defRPr>
            </a:lvl1pPr>
          </a:lstStyle>
          <a:p>
            <a:r>
              <a:rPr lang="en-US" dirty="0"/>
              <a:t>Title Here</a:t>
            </a:r>
          </a:p>
        </p:txBody>
      </p:sp>
      <p:sp>
        <p:nvSpPr>
          <p:cNvPr id="15" name="Date Placeholder 4"/>
          <p:cNvSpPr>
            <a:spLocks noGrp="1"/>
          </p:cNvSpPr>
          <p:nvPr>
            <p:ph type="dt" sz="half" idx="2"/>
          </p:nvPr>
        </p:nvSpPr>
        <p:spPr>
          <a:xfrm>
            <a:off x="425600" y="6155226"/>
            <a:ext cx="2567117" cy="238607"/>
          </a:xfrm>
          <a:prstGeom prst="rect">
            <a:avLst/>
          </a:prstGeom>
        </p:spPr>
        <p:txBody>
          <a:bodyPr vert="horz" wrap="square" lIns="91440" tIns="0" rIns="91440" bIns="0" rtlCol="0" anchor="b" anchorCtr="0">
            <a:noAutofit/>
          </a:bodyPr>
          <a:lstStyle>
            <a:lvl1pPr algn="l">
              <a:defRPr sz="1600" b="0" i="0">
                <a:solidFill>
                  <a:schemeClr val="tx1"/>
                </a:solidFill>
                <a:latin typeface="Arial" panose="020B0604020202020204" pitchFamily="34" charset="0"/>
                <a:ea typeface="Helvetica Neue" panose="02000503000000020004" pitchFamily="2" charset="0"/>
                <a:cs typeface="Arial" panose="020B0604020202020204" pitchFamily="34" charset="0"/>
              </a:defRPr>
            </a:lvl1pPr>
          </a:lstStyle>
          <a:p>
            <a:fld id="{4AD83FAE-0AD2-084F-918F-E696D117757B}" type="datetime1">
              <a:rPr lang="en-US" smtClean="0"/>
              <a:t>2/8/26</a:t>
            </a:fld>
            <a:endParaRPr lang="en-US" dirty="0"/>
          </a:p>
        </p:txBody>
      </p:sp>
      <p:sp>
        <p:nvSpPr>
          <p:cNvPr id="17" name="Text Placeholder 3"/>
          <p:cNvSpPr>
            <a:spLocks noGrp="1"/>
          </p:cNvSpPr>
          <p:nvPr>
            <p:ph type="body" sz="quarter" idx="15" hasCustomPrompt="1"/>
          </p:nvPr>
        </p:nvSpPr>
        <p:spPr>
          <a:xfrm>
            <a:off x="403755" y="4246881"/>
            <a:ext cx="8196909" cy="677627"/>
          </a:xfrm>
          <a:prstGeom prst="rect">
            <a:avLst/>
          </a:prstGeom>
        </p:spPr>
        <p:txBody>
          <a:bodyPr>
            <a:noAutofit/>
          </a:bodyPr>
          <a:lstStyle>
            <a:lvl1pPr marL="0" indent="0" algn="l">
              <a:lnSpc>
                <a:spcPct val="100000"/>
              </a:lnSpc>
              <a:buNone/>
              <a:defRPr sz="2133" b="0" i="0">
                <a:solidFill>
                  <a:schemeClr val="tx1"/>
                </a:solidFill>
                <a:latin typeface="Arial" panose="020B0604020202020204" pitchFamily="34" charset="0"/>
                <a:ea typeface="Helvetica Neue" panose="02000503000000020004" pitchFamily="2" charset="0"/>
                <a:cs typeface="Arial" panose="020B0604020202020204" pitchFamily="34" charset="0"/>
              </a:defRPr>
            </a:lvl1pPr>
            <a:lvl2pPr marL="306900" indent="0">
              <a:lnSpc>
                <a:spcPct val="100000"/>
              </a:lnSpc>
              <a:buNone/>
              <a:defRPr i="1">
                <a:latin typeface="+mn-lt"/>
              </a:defRPr>
            </a:lvl2pPr>
            <a:lvl3pPr marL="687881" indent="0">
              <a:lnSpc>
                <a:spcPct val="100000"/>
              </a:lnSpc>
              <a:buNone/>
              <a:defRPr i="1">
                <a:latin typeface="+mn-lt"/>
              </a:defRPr>
            </a:lvl3pPr>
            <a:lvl4pPr marL="1066747" indent="0">
              <a:lnSpc>
                <a:spcPct val="100000"/>
              </a:lnSpc>
              <a:buNone/>
              <a:defRPr i="1">
                <a:latin typeface="+mn-lt"/>
              </a:defRPr>
            </a:lvl4pPr>
            <a:lvl5pPr marL="1447728" indent="0">
              <a:lnSpc>
                <a:spcPct val="100000"/>
              </a:lnSpc>
              <a:buNone/>
              <a:defRPr i="1">
                <a:latin typeface="+mn-lt"/>
              </a:defRPr>
            </a:lvl5pPr>
          </a:lstStyle>
          <a:p>
            <a:pPr lvl="0"/>
            <a:r>
              <a:rPr lang="en-US" dirty="0"/>
              <a:t>Optional Subhead here</a:t>
            </a:r>
          </a:p>
        </p:txBody>
      </p:sp>
      <p:sp>
        <p:nvSpPr>
          <p:cNvPr id="10" name="Text Placeholder 2"/>
          <p:cNvSpPr>
            <a:spLocks noGrp="1"/>
          </p:cNvSpPr>
          <p:nvPr>
            <p:ph type="body" sz="quarter" idx="10" hasCustomPrompt="1"/>
          </p:nvPr>
        </p:nvSpPr>
        <p:spPr>
          <a:xfrm>
            <a:off x="423461" y="5469677"/>
            <a:ext cx="5588615" cy="568959"/>
          </a:xfrm>
          <a:prstGeom prst="rect">
            <a:avLst/>
          </a:prstGeom>
        </p:spPr>
        <p:txBody>
          <a:bodyPr vert="horz" wrap="square" lIns="91440" tIns="0" rIns="91440" bIns="0" rtlCol="0" anchor="b" anchorCtr="0">
            <a:noAutofit/>
          </a:bodyPr>
          <a:lstStyle>
            <a:lvl1pPr marL="0" indent="0">
              <a:lnSpc>
                <a:spcPct val="100000"/>
              </a:lnSpc>
              <a:spcBef>
                <a:spcPts val="0"/>
              </a:spcBef>
              <a:spcAft>
                <a:spcPts val="0"/>
              </a:spcAft>
              <a:buNone/>
              <a:defRPr lang="en-US" sz="2133" b="0" i="0" baseline="0" dirty="0" smtClean="0">
                <a:solidFill>
                  <a:schemeClr val="tx1"/>
                </a:solidFill>
                <a:latin typeface="Arial" panose="020B0604020202020204" pitchFamily="34" charset="0"/>
                <a:ea typeface="Helvetica Neue" panose="02000503000000020004" pitchFamily="2" charset="0"/>
                <a:cs typeface="Arial" panose="020B0604020202020204" pitchFamily="34" charset="0"/>
              </a:defRPr>
            </a:lvl1pPr>
            <a:lvl2pPr>
              <a:defRPr lang="en-US" sz="2400" dirty="0" smtClean="0">
                <a:latin typeface="+mn-lt"/>
              </a:defRPr>
            </a:lvl2pPr>
            <a:lvl3pPr>
              <a:defRPr lang="en-US" sz="2400" dirty="0" smtClean="0">
                <a:latin typeface="+mn-lt"/>
              </a:defRPr>
            </a:lvl3pPr>
            <a:lvl4pPr>
              <a:defRPr lang="en-US" sz="2400" dirty="0" smtClean="0">
                <a:latin typeface="+mn-lt"/>
              </a:defRPr>
            </a:lvl4pPr>
            <a:lvl5pPr>
              <a:defRPr lang="en-US" sz="2400" dirty="0">
                <a:latin typeface="+mn-lt"/>
              </a:defRPr>
            </a:lvl5pPr>
          </a:lstStyle>
          <a:p>
            <a:pPr marL="0" lvl="0"/>
            <a:r>
              <a:rPr lang="en-US" dirty="0"/>
              <a:t>Presenter’s Name</a:t>
            </a:r>
          </a:p>
        </p:txBody>
      </p:sp>
      <p:pic>
        <p:nvPicPr>
          <p:cNvPr id="9" name="Picture 8">
            <a:extLst>
              <a:ext uri="{FF2B5EF4-FFF2-40B4-BE49-F238E27FC236}">
                <a16:creationId xmlns:a16="http://schemas.microsoft.com/office/drawing/2014/main" id="{44418279-066F-DC44-B86B-14E3FAD25D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570960" y="637901"/>
            <a:ext cx="1729936" cy="1121255"/>
          </a:xfrm>
          <a:prstGeom prst="rect">
            <a:avLst/>
          </a:prstGeom>
        </p:spPr>
      </p:pic>
    </p:spTree>
    <p:extLst>
      <p:ext uri="{BB962C8B-B14F-4D97-AF65-F5344CB8AC3E}">
        <p14:creationId xmlns:p14="http://schemas.microsoft.com/office/powerpoint/2010/main" val="3514459627"/>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Bullet Slide">
    <p:spTree>
      <p:nvGrpSpPr>
        <p:cNvPr id="1" name=""/>
        <p:cNvGrpSpPr/>
        <p:nvPr/>
      </p:nvGrpSpPr>
      <p:grpSpPr>
        <a:xfrm>
          <a:off x="0" y="0"/>
          <a:ext cx="0" cy="0"/>
          <a:chOff x="0" y="0"/>
          <a:chExt cx="0" cy="0"/>
        </a:xfrm>
      </p:grpSpPr>
      <p:sp>
        <p:nvSpPr>
          <p:cNvPr id="10" name="Footer Placeholder 9"/>
          <p:cNvSpPr>
            <a:spLocks noGrp="1"/>
          </p:cNvSpPr>
          <p:nvPr>
            <p:ph type="ftr" sz="quarter" idx="12"/>
          </p:nvPr>
        </p:nvSpPr>
        <p:spPr/>
        <p:txBody>
          <a:bodyPr/>
          <a:lstStyle>
            <a:lvl1pPr>
              <a:defRPr b="0" i="0">
                <a:latin typeface="Arial" panose="020B0604020202020204" pitchFamily="34" charset="0"/>
                <a:ea typeface="Helvetica Neue" panose="02000503000000020004" pitchFamily="2" charset="0"/>
                <a:cs typeface="Arial" panose="020B0604020202020204" pitchFamily="34" charset="0"/>
              </a:defRPr>
            </a:lvl1pPr>
          </a:lstStyle>
          <a:p>
            <a:r>
              <a:rPr lang="en-US"/>
              <a:t>Presentation Title</a:t>
            </a:r>
            <a:endParaRPr lang="en-US" dirty="0"/>
          </a:p>
        </p:txBody>
      </p:sp>
      <p:sp>
        <p:nvSpPr>
          <p:cNvPr id="14" name="Slide Number Placeholder 13"/>
          <p:cNvSpPr>
            <a:spLocks noGrp="1"/>
          </p:cNvSpPr>
          <p:nvPr>
            <p:ph type="sldNum" sz="quarter" idx="13"/>
          </p:nvPr>
        </p:nvSpPr>
        <p:spPr/>
        <p:txBody>
          <a:bodyPr/>
          <a:lstStyle>
            <a:lvl1pPr>
              <a:defRPr b="0" i="0">
                <a:latin typeface="Arial" panose="020B0604020202020204" pitchFamily="34" charset="0"/>
                <a:ea typeface="Helvetica Neue" panose="02000503000000020004" pitchFamily="2" charset="0"/>
                <a:cs typeface="Arial" panose="020B0604020202020204" pitchFamily="34" charset="0"/>
              </a:defRPr>
            </a:lvl1pPr>
          </a:lstStyle>
          <a:p>
            <a:fld id="{7BCC8D0D-EAEC-449D-9161-023DFF90F2E2}" type="slidenum">
              <a:rPr lang="en-US" smtClean="0"/>
              <a:pPr/>
              <a:t>‹#›</a:t>
            </a:fld>
            <a:endParaRPr lang="en-US" dirty="0"/>
          </a:p>
        </p:txBody>
      </p:sp>
      <p:sp>
        <p:nvSpPr>
          <p:cNvPr id="11" name="Title 15"/>
          <p:cNvSpPr>
            <a:spLocks noGrp="1"/>
          </p:cNvSpPr>
          <p:nvPr>
            <p:ph type="title" hasCustomPrompt="1"/>
          </p:nvPr>
        </p:nvSpPr>
        <p:spPr>
          <a:xfrm>
            <a:off x="604780" y="425002"/>
            <a:ext cx="10898107" cy="611449"/>
          </a:xfrm>
        </p:spPr>
        <p:txBody>
          <a:bodyPr anchor="b">
            <a:noAutofit/>
          </a:bodyPr>
          <a:lstStyle>
            <a:lvl1pPr>
              <a:defRPr sz="4800" b="0" i="0">
                <a:latin typeface="Garamond" panose="02020404030301010803" pitchFamily="18" charset="0"/>
                <a:ea typeface="Helvetica Neue" panose="02000503000000020004" pitchFamily="2" charset="0"/>
                <a:cs typeface="Arial" panose="020B0604020202020204" pitchFamily="34" charset="0"/>
              </a:defRPr>
            </a:lvl1pPr>
          </a:lstStyle>
          <a:p>
            <a:r>
              <a:rPr lang="en-US" dirty="0"/>
              <a:t>Slide Title Here</a:t>
            </a:r>
          </a:p>
        </p:txBody>
      </p:sp>
      <p:sp>
        <p:nvSpPr>
          <p:cNvPr id="12" name="Text Placeholder 3"/>
          <p:cNvSpPr>
            <a:spLocks noGrp="1"/>
          </p:cNvSpPr>
          <p:nvPr>
            <p:ph type="body" sz="quarter" idx="15" hasCustomPrompt="1"/>
          </p:nvPr>
        </p:nvSpPr>
        <p:spPr>
          <a:xfrm>
            <a:off x="609603" y="927656"/>
            <a:ext cx="10893285" cy="446529"/>
          </a:xfrm>
          <a:prstGeom prst="rect">
            <a:avLst/>
          </a:prstGeom>
        </p:spPr>
        <p:txBody>
          <a:bodyPr>
            <a:noAutofit/>
          </a:bodyPr>
          <a:lstStyle>
            <a:lvl1pPr marL="0" indent="0">
              <a:lnSpc>
                <a:spcPct val="100000"/>
              </a:lnSpc>
              <a:buNone/>
              <a:defRPr sz="2400" b="0" i="0">
                <a:latin typeface="Arial" panose="020B0604020202020204" pitchFamily="34" charset="0"/>
                <a:ea typeface="Helvetica Neue" panose="02000503000000020004" pitchFamily="2" charset="0"/>
                <a:cs typeface="Arial" panose="020B0604020202020204" pitchFamily="34" charset="0"/>
              </a:defRPr>
            </a:lvl1pPr>
            <a:lvl2pPr marL="306900" indent="0">
              <a:lnSpc>
                <a:spcPct val="100000"/>
              </a:lnSpc>
              <a:buNone/>
              <a:defRPr i="1">
                <a:latin typeface="+mn-lt"/>
              </a:defRPr>
            </a:lvl2pPr>
            <a:lvl3pPr marL="687881" indent="0">
              <a:lnSpc>
                <a:spcPct val="100000"/>
              </a:lnSpc>
              <a:buNone/>
              <a:defRPr i="1">
                <a:latin typeface="+mn-lt"/>
              </a:defRPr>
            </a:lvl3pPr>
            <a:lvl4pPr marL="1066747" indent="0">
              <a:lnSpc>
                <a:spcPct val="100000"/>
              </a:lnSpc>
              <a:buNone/>
              <a:defRPr i="1">
                <a:latin typeface="+mn-lt"/>
              </a:defRPr>
            </a:lvl4pPr>
            <a:lvl5pPr marL="1447728" indent="0">
              <a:lnSpc>
                <a:spcPct val="100000"/>
              </a:lnSpc>
              <a:buNone/>
              <a:defRPr i="1">
                <a:latin typeface="+mn-lt"/>
              </a:defRPr>
            </a:lvl5pPr>
          </a:lstStyle>
          <a:p>
            <a:pPr lvl="0"/>
            <a:r>
              <a:rPr lang="en-US" dirty="0"/>
              <a:t>Optional Subhead here</a:t>
            </a:r>
          </a:p>
        </p:txBody>
      </p:sp>
      <p:sp>
        <p:nvSpPr>
          <p:cNvPr id="9" name="Content Placeholder 2">
            <a:extLst>
              <a:ext uri="{FF2B5EF4-FFF2-40B4-BE49-F238E27FC236}">
                <a16:creationId xmlns:a16="http://schemas.microsoft.com/office/drawing/2014/main" id="{79D9FF64-C01C-5C4C-8AB2-E760BF769004}"/>
              </a:ext>
            </a:extLst>
          </p:cNvPr>
          <p:cNvSpPr>
            <a:spLocks noGrp="1"/>
          </p:cNvSpPr>
          <p:nvPr>
            <p:ph sz="quarter" idx="16"/>
          </p:nvPr>
        </p:nvSpPr>
        <p:spPr>
          <a:xfrm>
            <a:off x="604780" y="1869017"/>
            <a:ext cx="10893285" cy="3909483"/>
          </a:xfrm>
        </p:spPr>
        <p:txBody>
          <a:bodyPr/>
          <a:lstStyle>
            <a:lvl1pPr>
              <a:defRPr b="0" i="0"/>
            </a:lvl1pPr>
            <a:lvl2pPr>
              <a:defRPr b="0" i="0"/>
            </a:lvl2pPr>
            <a:lvl3pPr>
              <a:defRPr b="0" i="0"/>
            </a:lvl3pPr>
            <a:lvl4pPr>
              <a:defRPr b="0" i="0"/>
            </a:lvl4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2223797905"/>
      </p:ext>
    </p:extLst>
  </p:cSld>
  <p:clrMapOvr>
    <a:masterClrMapping/>
  </p:clrMapOvr>
  <p:transition>
    <p:fade/>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10" name="Footer Placeholder 9"/>
          <p:cNvSpPr>
            <a:spLocks noGrp="1"/>
          </p:cNvSpPr>
          <p:nvPr>
            <p:ph type="ftr" sz="quarter" idx="12"/>
          </p:nvPr>
        </p:nvSpPr>
        <p:spPr/>
        <p:txBody>
          <a:bodyPr/>
          <a:lstStyle>
            <a:lvl1pPr>
              <a:defRPr b="0" i="0">
                <a:latin typeface="Arial" panose="020B0604020202020204" pitchFamily="34" charset="0"/>
                <a:ea typeface="Helvetica Neue" panose="02000503000000020004" pitchFamily="2" charset="0"/>
                <a:cs typeface="Arial" panose="020B0604020202020204" pitchFamily="34" charset="0"/>
              </a:defRPr>
            </a:lvl1pPr>
          </a:lstStyle>
          <a:p>
            <a:r>
              <a:rPr lang="en-US"/>
              <a:t>Presentation Title</a:t>
            </a:r>
            <a:endParaRPr lang="en-US" dirty="0"/>
          </a:p>
        </p:txBody>
      </p:sp>
      <p:sp>
        <p:nvSpPr>
          <p:cNvPr id="14" name="Slide Number Placeholder 13"/>
          <p:cNvSpPr>
            <a:spLocks noGrp="1"/>
          </p:cNvSpPr>
          <p:nvPr>
            <p:ph type="sldNum" sz="quarter" idx="13"/>
          </p:nvPr>
        </p:nvSpPr>
        <p:spPr/>
        <p:txBody>
          <a:bodyPr/>
          <a:lstStyle>
            <a:lvl1pPr>
              <a:defRPr b="0" i="0">
                <a:latin typeface="Arial" panose="020B0604020202020204" pitchFamily="34" charset="0"/>
                <a:ea typeface="Helvetica Neue" panose="02000503000000020004" pitchFamily="2" charset="0"/>
                <a:cs typeface="Arial" panose="020B0604020202020204" pitchFamily="34" charset="0"/>
              </a:defRPr>
            </a:lvl1pPr>
          </a:lstStyle>
          <a:p>
            <a:fld id="{7BCC8D0D-EAEC-449D-9161-023DFF90F2E2}" type="slidenum">
              <a:rPr lang="en-US" smtClean="0"/>
              <a:pPr/>
              <a:t>‹#›</a:t>
            </a:fld>
            <a:endParaRPr lang="en-US" dirty="0"/>
          </a:p>
        </p:txBody>
      </p:sp>
    </p:spTree>
    <p:extLst>
      <p:ext uri="{BB962C8B-B14F-4D97-AF65-F5344CB8AC3E}">
        <p14:creationId xmlns:p14="http://schemas.microsoft.com/office/powerpoint/2010/main" val="415688138"/>
      </p:ext>
    </p:extLst>
  </p:cSld>
  <p:clrMapOvr>
    <a:masterClrMapping/>
  </p:clrMapOvr>
  <p:transition>
    <p:fade/>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Chart Slide">
    <p:spTree>
      <p:nvGrpSpPr>
        <p:cNvPr id="1" name=""/>
        <p:cNvGrpSpPr/>
        <p:nvPr/>
      </p:nvGrpSpPr>
      <p:grpSpPr>
        <a:xfrm>
          <a:off x="0" y="0"/>
          <a:ext cx="0" cy="0"/>
          <a:chOff x="0" y="0"/>
          <a:chExt cx="0" cy="0"/>
        </a:xfrm>
      </p:grpSpPr>
      <p:sp>
        <p:nvSpPr>
          <p:cNvPr id="10" name="Footer Placeholder 9"/>
          <p:cNvSpPr>
            <a:spLocks noGrp="1"/>
          </p:cNvSpPr>
          <p:nvPr>
            <p:ph type="ftr" sz="quarter" idx="12"/>
          </p:nvPr>
        </p:nvSpPr>
        <p:spPr/>
        <p:txBody>
          <a:bodyPr/>
          <a:lstStyle>
            <a:lvl1pPr>
              <a:defRPr b="0" i="0">
                <a:latin typeface="Arial" panose="020B0604020202020204" pitchFamily="34" charset="0"/>
                <a:ea typeface="Helvetica Neue" panose="02000503000000020004" pitchFamily="2" charset="0"/>
                <a:cs typeface="Arial" panose="020B0604020202020204" pitchFamily="34" charset="0"/>
              </a:defRPr>
            </a:lvl1pPr>
          </a:lstStyle>
          <a:p>
            <a:r>
              <a:rPr lang="en-US"/>
              <a:t>Presentation Title</a:t>
            </a:r>
            <a:endParaRPr lang="en-US" dirty="0"/>
          </a:p>
        </p:txBody>
      </p:sp>
      <p:sp>
        <p:nvSpPr>
          <p:cNvPr id="14" name="Slide Number Placeholder 13"/>
          <p:cNvSpPr>
            <a:spLocks noGrp="1"/>
          </p:cNvSpPr>
          <p:nvPr>
            <p:ph type="sldNum" sz="quarter" idx="13"/>
          </p:nvPr>
        </p:nvSpPr>
        <p:spPr/>
        <p:txBody>
          <a:bodyPr/>
          <a:lstStyle>
            <a:lvl1pPr>
              <a:defRPr b="0" i="0">
                <a:latin typeface="Arial" panose="020B0604020202020204" pitchFamily="34" charset="0"/>
                <a:ea typeface="Helvetica Neue" panose="02000503000000020004" pitchFamily="2" charset="0"/>
                <a:cs typeface="Arial" panose="020B0604020202020204" pitchFamily="34" charset="0"/>
              </a:defRPr>
            </a:lvl1pPr>
          </a:lstStyle>
          <a:p>
            <a:fld id="{7BCC8D0D-EAEC-449D-9161-023DFF90F2E2}" type="slidenum">
              <a:rPr lang="en-US" smtClean="0"/>
              <a:pPr/>
              <a:t>‹#›</a:t>
            </a:fld>
            <a:endParaRPr lang="en-US" dirty="0"/>
          </a:p>
        </p:txBody>
      </p:sp>
      <p:sp>
        <p:nvSpPr>
          <p:cNvPr id="3" name="Chart Placeholder 2"/>
          <p:cNvSpPr>
            <a:spLocks noGrp="1"/>
          </p:cNvSpPr>
          <p:nvPr>
            <p:ph type="chart" sz="quarter" idx="14"/>
          </p:nvPr>
        </p:nvSpPr>
        <p:spPr>
          <a:xfrm>
            <a:off x="357813" y="450575"/>
            <a:ext cx="11449876" cy="5420140"/>
          </a:xfrm>
          <a:prstGeom prst="rect">
            <a:avLst/>
          </a:prstGeom>
        </p:spPr>
        <p:txBody>
          <a:bodyPr>
            <a:normAutofit/>
          </a:bodyPr>
          <a:lstStyle>
            <a:lvl1pPr>
              <a:defRPr b="0" i="0">
                <a:latin typeface="Arial" panose="020B0604020202020204" pitchFamily="34" charset="0"/>
                <a:ea typeface="Helvetica Neue" panose="02000503000000020004" pitchFamily="2" charset="0"/>
                <a:cs typeface="Arial" panose="020B0604020202020204" pitchFamily="34" charset="0"/>
              </a:defRPr>
            </a:lvl1pPr>
          </a:lstStyle>
          <a:p>
            <a:r>
              <a:rPr lang="en-US"/>
              <a:t>Click icon to add chart</a:t>
            </a:r>
            <a:endParaRPr lang="en-US" dirty="0"/>
          </a:p>
        </p:txBody>
      </p:sp>
    </p:spTree>
    <p:extLst>
      <p:ext uri="{BB962C8B-B14F-4D97-AF65-F5344CB8AC3E}">
        <p14:creationId xmlns:p14="http://schemas.microsoft.com/office/powerpoint/2010/main" val="436351726"/>
      </p:ext>
    </p:extLst>
  </p:cSld>
  <p:clrMapOvr>
    <a:masterClrMapping/>
  </p:clrMapOvr>
  <p:transition>
    <p:fade/>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wo Column Slide">
    <p:spTree>
      <p:nvGrpSpPr>
        <p:cNvPr id="1" name=""/>
        <p:cNvGrpSpPr/>
        <p:nvPr/>
      </p:nvGrpSpPr>
      <p:grpSpPr>
        <a:xfrm>
          <a:off x="0" y="0"/>
          <a:ext cx="0" cy="0"/>
          <a:chOff x="0" y="0"/>
          <a:chExt cx="0" cy="0"/>
        </a:xfrm>
      </p:grpSpPr>
      <p:sp>
        <p:nvSpPr>
          <p:cNvPr id="10" name="Footer Placeholder 9"/>
          <p:cNvSpPr>
            <a:spLocks noGrp="1"/>
          </p:cNvSpPr>
          <p:nvPr>
            <p:ph type="ftr" sz="quarter" idx="12"/>
          </p:nvPr>
        </p:nvSpPr>
        <p:spPr/>
        <p:txBody>
          <a:bodyPr/>
          <a:lstStyle>
            <a:lvl1pPr>
              <a:defRPr b="0" i="0">
                <a:latin typeface="Arial" panose="020B0604020202020204" pitchFamily="34" charset="0"/>
                <a:ea typeface="Helvetica Neue" panose="02000503000000020004" pitchFamily="2" charset="0"/>
                <a:cs typeface="Arial" panose="020B0604020202020204" pitchFamily="34" charset="0"/>
              </a:defRPr>
            </a:lvl1pPr>
          </a:lstStyle>
          <a:p>
            <a:r>
              <a:rPr lang="en-US"/>
              <a:t>Presentation Title</a:t>
            </a:r>
            <a:endParaRPr lang="en-US" dirty="0"/>
          </a:p>
        </p:txBody>
      </p:sp>
      <p:sp>
        <p:nvSpPr>
          <p:cNvPr id="14" name="Slide Number Placeholder 13"/>
          <p:cNvSpPr>
            <a:spLocks noGrp="1"/>
          </p:cNvSpPr>
          <p:nvPr>
            <p:ph type="sldNum" sz="quarter" idx="13"/>
          </p:nvPr>
        </p:nvSpPr>
        <p:spPr/>
        <p:txBody>
          <a:bodyPr/>
          <a:lstStyle>
            <a:lvl1pPr>
              <a:defRPr b="0" i="0">
                <a:latin typeface="Arial" panose="020B0604020202020204" pitchFamily="34" charset="0"/>
                <a:ea typeface="Helvetica Neue" panose="02000503000000020004" pitchFamily="2" charset="0"/>
                <a:cs typeface="Arial" panose="020B0604020202020204" pitchFamily="34" charset="0"/>
              </a:defRPr>
            </a:lvl1pPr>
          </a:lstStyle>
          <a:p>
            <a:fld id="{7BCC8D0D-EAEC-449D-9161-023DFF90F2E2}" type="slidenum">
              <a:rPr lang="en-US" smtClean="0"/>
              <a:pPr/>
              <a:t>‹#›</a:t>
            </a:fld>
            <a:endParaRPr lang="en-US" dirty="0"/>
          </a:p>
        </p:txBody>
      </p:sp>
      <p:sp>
        <p:nvSpPr>
          <p:cNvPr id="11" name="Title 15"/>
          <p:cNvSpPr>
            <a:spLocks noGrp="1"/>
          </p:cNvSpPr>
          <p:nvPr>
            <p:ph type="title" hasCustomPrompt="1"/>
          </p:nvPr>
        </p:nvSpPr>
        <p:spPr>
          <a:xfrm>
            <a:off x="604780" y="425002"/>
            <a:ext cx="10898107" cy="611449"/>
          </a:xfrm>
        </p:spPr>
        <p:txBody>
          <a:bodyPr anchor="b">
            <a:noAutofit/>
          </a:bodyPr>
          <a:lstStyle>
            <a:lvl1pPr>
              <a:defRPr sz="4800" b="0" i="0">
                <a:latin typeface="Garamond" panose="02020404030301010803" pitchFamily="18" charset="0"/>
                <a:ea typeface="Helvetica Neue" panose="02000503000000020004" pitchFamily="2" charset="0"/>
                <a:cs typeface="Arial" panose="020B0604020202020204" pitchFamily="34" charset="0"/>
              </a:defRPr>
            </a:lvl1pPr>
          </a:lstStyle>
          <a:p>
            <a:r>
              <a:rPr lang="en-US" dirty="0"/>
              <a:t>Slide Title Here</a:t>
            </a:r>
          </a:p>
        </p:txBody>
      </p:sp>
      <p:sp>
        <p:nvSpPr>
          <p:cNvPr id="12" name="Text Placeholder 3"/>
          <p:cNvSpPr>
            <a:spLocks noGrp="1"/>
          </p:cNvSpPr>
          <p:nvPr>
            <p:ph type="body" sz="quarter" idx="15" hasCustomPrompt="1"/>
          </p:nvPr>
        </p:nvSpPr>
        <p:spPr>
          <a:xfrm>
            <a:off x="609603" y="927656"/>
            <a:ext cx="10893285" cy="446529"/>
          </a:xfrm>
          <a:prstGeom prst="rect">
            <a:avLst/>
          </a:prstGeom>
        </p:spPr>
        <p:txBody>
          <a:bodyPr>
            <a:noAutofit/>
          </a:bodyPr>
          <a:lstStyle>
            <a:lvl1pPr marL="0" indent="0">
              <a:lnSpc>
                <a:spcPct val="100000"/>
              </a:lnSpc>
              <a:buNone/>
              <a:defRPr sz="2400" b="0" i="0">
                <a:latin typeface="Arial" panose="020B0604020202020204" pitchFamily="34" charset="0"/>
                <a:ea typeface="Helvetica Neue" panose="02000503000000020004" pitchFamily="2" charset="0"/>
                <a:cs typeface="Arial" panose="020B0604020202020204" pitchFamily="34" charset="0"/>
              </a:defRPr>
            </a:lvl1pPr>
            <a:lvl2pPr marL="306900" indent="0">
              <a:lnSpc>
                <a:spcPct val="100000"/>
              </a:lnSpc>
              <a:buNone/>
              <a:defRPr i="1">
                <a:latin typeface="+mn-lt"/>
              </a:defRPr>
            </a:lvl2pPr>
            <a:lvl3pPr marL="687881" indent="0">
              <a:lnSpc>
                <a:spcPct val="100000"/>
              </a:lnSpc>
              <a:buNone/>
              <a:defRPr i="1">
                <a:latin typeface="+mn-lt"/>
              </a:defRPr>
            </a:lvl3pPr>
            <a:lvl4pPr marL="1066747" indent="0">
              <a:lnSpc>
                <a:spcPct val="100000"/>
              </a:lnSpc>
              <a:buNone/>
              <a:defRPr i="1">
                <a:latin typeface="+mn-lt"/>
              </a:defRPr>
            </a:lvl4pPr>
            <a:lvl5pPr marL="1447728" indent="0">
              <a:lnSpc>
                <a:spcPct val="100000"/>
              </a:lnSpc>
              <a:buNone/>
              <a:defRPr i="1">
                <a:latin typeface="+mn-lt"/>
              </a:defRPr>
            </a:lvl5pPr>
          </a:lstStyle>
          <a:p>
            <a:pPr lvl="0"/>
            <a:r>
              <a:rPr lang="en-US" dirty="0"/>
              <a:t>Optional Subhead here</a:t>
            </a:r>
          </a:p>
        </p:txBody>
      </p:sp>
      <p:sp>
        <p:nvSpPr>
          <p:cNvPr id="9" name="Content Placeholder 2">
            <a:extLst>
              <a:ext uri="{FF2B5EF4-FFF2-40B4-BE49-F238E27FC236}">
                <a16:creationId xmlns:a16="http://schemas.microsoft.com/office/drawing/2014/main" id="{9469704F-E66B-5B41-BF3B-8C6539B48428}"/>
              </a:ext>
            </a:extLst>
          </p:cNvPr>
          <p:cNvSpPr>
            <a:spLocks noGrp="1"/>
          </p:cNvSpPr>
          <p:nvPr>
            <p:ph sz="quarter" idx="16"/>
          </p:nvPr>
        </p:nvSpPr>
        <p:spPr>
          <a:xfrm>
            <a:off x="604780" y="1869017"/>
            <a:ext cx="5220704" cy="3909483"/>
          </a:xfrm>
        </p:spPr>
        <p:txBody>
          <a:bodyPr/>
          <a:lstStyle>
            <a:lvl1pPr>
              <a:defRPr b="0" i="0"/>
            </a:lvl1pPr>
            <a:lvl2pPr>
              <a:defRPr b="0" i="0"/>
            </a:lvl2pPr>
            <a:lvl3pPr>
              <a:defRPr b="0" i="0"/>
            </a:lvl3pPr>
            <a:lvl4pPr>
              <a:defRPr b="0" i="0"/>
            </a:lvl4pPr>
          </a:lstStyle>
          <a:p>
            <a:pPr lvl="0"/>
            <a:r>
              <a:rPr lang="en-US"/>
              <a:t>Click to edit Master text styles</a:t>
            </a:r>
          </a:p>
          <a:p>
            <a:pPr lvl="1"/>
            <a:r>
              <a:rPr lang="en-US"/>
              <a:t>Second level</a:t>
            </a:r>
          </a:p>
          <a:p>
            <a:pPr lvl="2"/>
            <a:r>
              <a:rPr lang="en-US"/>
              <a:t>Third level</a:t>
            </a:r>
          </a:p>
          <a:p>
            <a:pPr lvl="3"/>
            <a:r>
              <a:rPr lang="en-US"/>
              <a:t>Fourth level</a:t>
            </a:r>
          </a:p>
        </p:txBody>
      </p:sp>
      <p:sp>
        <p:nvSpPr>
          <p:cNvPr id="15" name="Content Placeholder 2">
            <a:extLst>
              <a:ext uri="{FF2B5EF4-FFF2-40B4-BE49-F238E27FC236}">
                <a16:creationId xmlns:a16="http://schemas.microsoft.com/office/drawing/2014/main" id="{C99F718F-E8D1-5640-A678-0137FDBAEC9F}"/>
              </a:ext>
            </a:extLst>
          </p:cNvPr>
          <p:cNvSpPr>
            <a:spLocks noGrp="1"/>
          </p:cNvSpPr>
          <p:nvPr>
            <p:ph sz="quarter" idx="20"/>
          </p:nvPr>
        </p:nvSpPr>
        <p:spPr>
          <a:xfrm>
            <a:off x="6311139" y="1869017"/>
            <a:ext cx="5220704" cy="3909483"/>
          </a:xfrm>
        </p:spPr>
        <p:txBody>
          <a:bodyPr/>
          <a:lstStyle>
            <a:lvl1pPr>
              <a:defRPr b="0" i="0"/>
            </a:lvl1pPr>
            <a:lvl2pPr>
              <a:defRPr b="0" i="0"/>
            </a:lvl2pPr>
            <a:lvl3pPr>
              <a:defRPr b="0" i="0"/>
            </a:lvl3pPr>
            <a:lvl4pPr>
              <a:defRPr b="0" i="0"/>
            </a:lvl4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1667786785"/>
      </p:ext>
    </p:extLst>
  </p:cSld>
  <p:clrMapOvr>
    <a:masterClrMapping/>
  </p:clrMapOvr>
  <p:transition>
    <p:fade/>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Quote Slide – Navy">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lvl1pPr>
              <a:defRPr b="0" i="0">
                <a:latin typeface="Arial" panose="020B0604020202020204" pitchFamily="34" charset="0"/>
                <a:ea typeface="Helvetica Neue" panose="02000503000000020004" pitchFamily="2" charset="0"/>
                <a:cs typeface="Arial" panose="020B0604020202020204" pitchFamily="34" charset="0"/>
              </a:defRPr>
            </a:lvl1pPr>
          </a:lstStyle>
          <a:p>
            <a:r>
              <a:rPr lang="en-US"/>
              <a:t>Presentation Title</a:t>
            </a:r>
            <a:endParaRPr lang="en-US" dirty="0"/>
          </a:p>
        </p:txBody>
      </p:sp>
      <p:sp>
        <p:nvSpPr>
          <p:cNvPr id="5" name="Slide Number Placeholder 4"/>
          <p:cNvSpPr>
            <a:spLocks noGrp="1"/>
          </p:cNvSpPr>
          <p:nvPr>
            <p:ph type="sldNum" sz="quarter" idx="12"/>
          </p:nvPr>
        </p:nvSpPr>
        <p:spPr/>
        <p:txBody>
          <a:bodyPr/>
          <a:lstStyle>
            <a:lvl1pPr>
              <a:defRPr b="0" i="0">
                <a:latin typeface="Arial" panose="020B0604020202020204" pitchFamily="34" charset="0"/>
                <a:ea typeface="Helvetica Neue" panose="02000503000000020004" pitchFamily="2" charset="0"/>
                <a:cs typeface="Arial" panose="020B0604020202020204" pitchFamily="34" charset="0"/>
              </a:defRPr>
            </a:lvl1pPr>
          </a:lstStyle>
          <a:p>
            <a:fld id="{7BCC8D0D-EAEC-449D-9161-023DFF90F2E2}" type="slidenum">
              <a:rPr lang="en-US" smtClean="0"/>
              <a:pPr/>
              <a:t>‹#›</a:t>
            </a:fld>
            <a:endParaRPr lang="en-US" dirty="0"/>
          </a:p>
        </p:txBody>
      </p:sp>
      <p:sp>
        <p:nvSpPr>
          <p:cNvPr id="7" name="TextBox 6"/>
          <p:cNvSpPr txBox="1"/>
          <p:nvPr userDrawn="1"/>
        </p:nvSpPr>
        <p:spPr bwMode="auto">
          <a:xfrm>
            <a:off x="609605" y="265044"/>
            <a:ext cx="1590260" cy="2831544"/>
          </a:xfrm>
          <a:prstGeom prst="rect">
            <a:avLst/>
          </a:prstGeom>
          <a:noFill/>
          <a:ln w="19050" algn="ctr">
            <a:noFill/>
            <a:miter lim="800000"/>
            <a:headEnd/>
            <a:tailEnd/>
          </a:ln>
        </p:spPr>
        <p:txBody>
          <a:bodyPr wrap="square" lIns="0" tIns="0" rIns="0" bIns="0" rtlCol="0">
            <a:spAutoFit/>
          </a:bodyPr>
          <a:lstStyle/>
          <a:p>
            <a:r>
              <a:rPr lang="en-US" sz="18400" b="0" i="0" dirty="0">
                <a:solidFill>
                  <a:schemeClr val="tx2"/>
                </a:solidFill>
                <a:latin typeface="Arial" panose="020B0604020202020204" pitchFamily="34" charset="0"/>
                <a:ea typeface="Helvetica Neue" panose="02000503000000020004" pitchFamily="2" charset="0"/>
                <a:cs typeface="Arial" panose="020B0604020202020204" pitchFamily="34" charset="0"/>
              </a:rPr>
              <a:t>“</a:t>
            </a:r>
          </a:p>
        </p:txBody>
      </p:sp>
      <p:sp>
        <p:nvSpPr>
          <p:cNvPr id="9" name="Text Placeholder 8"/>
          <p:cNvSpPr>
            <a:spLocks noGrp="1"/>
          </p:cNvSpPr>
          <p:nvPr>
            <p:ph type="body" sz="quarter" idx="13" hasCustomPrompt="1"/>
          </p:nvPr>
        </p:nvSpPr>
        <p:spPr>
          <a:xfrm>
            <a:off x="583468" y="1908315"/>
            <a:ext cx="10972431" cy="2809461"/>
          </a:xfrm>
          <a:prstGeom prst="rect">
            <a:avLst/>
          </a:prstGeom>
        </p:spPr>
        <p:txBody>
          <a:bodyPr anchor="ctr" anchorCtr="0">
            <a:normAutofit/>
          </a:bodyPr>
          <a:lstStyle>
            <a:lvl1pPr marL="0" indent="0">
              <a:lnSpc>
                <a:spcPct val="100000"/>
              </a:lnSpc>
              <a:buNone/>
              <a:defRPr sz="3733" b="0" i="0" baseline="0">
                <a:latin typeface="Arial" panose="020B0604020202020204" pitchFamily="34" charset="0"/>
                <a:ea typeface="Helvetica Neue" panose="02000503000000020004" pitchFamily="2" charset="0"/>
                <a:cs typeface="Arial" panose="020B0604020202020204" pitchFamily="34" charset="0"/>
              </a:defRPr>
            </a:lvl1pPr>
            <a:lvl2pPr marL="306900" indent="0">
              <a:buNone/>
              <a:defRPr>
                <a:latin typeface="+mn-lt"/>
              </a:defRPr>
            </a:lvl2pPr>
            <a:lvl3pPr marL="687881" indent="0">
              <a:buNone/>
              <a:defRPr>
                <a:latin typeface="+mn-lt"/>
              </a:defRPr>
            </a:lvl3pPr>
            <a:lvl4pPr marL="1066747" indent="0">
              <a:buNone/>
              <a:defRPr>
                <a:latin typeface="+mn-lt"/>
              </a:defRPr>
            </a:lvl4pPr>
            <a:lvl5pPr marL="1447728" indent="0">
              <a:buNone/>
              <a:defRPr>
                <a:latin typeface="+mn-lt"/>
              </a:defRPr>
            </a:lvl5pPr>
          </a:lstStyle>
          <a:p>
            <a:pPr lvl="0"/>
            <a:r>
              <a:rPr lang="en-US" dirty="0"/>
              <a:t>This page is an option should you wish to utilize a quote as a stand-alone slide within your presentation. The rest is </a:t>
            </a:r>
            <a:r>
              <a:rPr lang="en-US" dirty="0" err="1"/>
              <a:t>lorem</a:t>
            </a:r>
            <a:r>
              <a:rPr lang="en-US" dirty="0"/>
              <a:t> </a:t>
            </a:r>
            <a:r>
              <a:rPr lang="en-US" dirty="0" err="1"/>
              <a:t>ipsum</a:t>
            </a:r>
            <a:r>
              <a:rPr lang="en-US" dirty="0"/>
              <a:t>. </a:t>
            </a:r>
            <a:r>
              <a:rPr lang="en-US" dirty="0" err="1"/>
              <a:t>Ut</a:t>
            </a:r>
            <a:r>
              <a:rPr lang="en-US" dirty="0"/>
              <a:t> </a:t>
            </a:r>
            <a:r>
              <a:rPr lang="en-US" dirty="0" err="1"/>
              <a:t>enim</a:t>
            </a:r>
            <a:r>
              <a:rPr lang="en-US" dirty="0"/>
              <a:t> ad minim </a:t>
            </a:r>
            <a:r>
              <a:rPr lang="en-US" dirty="0" err="1"/>
              <a:t>quis</a:t>
            </a:r>
            <a:r>
              <a:rPr lang="en-US" dirty="0"/>
              <a:t> </a:t>
            </a:r>
            <a:r>
              <a:rPr lang="en-US" dirty="0" err="1"/>
              <a:t>nostrud</a:t>
            </a:r>
            <a:r>
              <a:rPr lang="en-US" dirty="0"/>
              <a:t>.</a:t>
            </a:r>
          </a:p>
        </p:txBody>
      </p:sp>
      <p:sp>
        <p:nvSpPr>
          <p:cNvPr id="10" name="Text Placeholder 13"/>
          <p:cNvSpPr>
            <a:spLocks noGrp="1"/>
          </p:cNvSpPr>
          <p:nvPr>
            <p:ph type="body" sz="quarter" idx="14" hasCustomPrompt="1"/>
          </p:nvPr>
        </p:nvSpPr>
        <p:spPr>
          <a:xfrm>
            <a:off x="596899" y="4929106"/>
            <a:ext cx="8685277" cy="573905"/>
          </a:xfrm>
          <a:prstGeom prst="rect">
            <a:avLst/>
          </a:prstGeom>
        </p:spPr>
        <p:txBody>
          <a:bodyPr>
            <a:normAutofit/>
          </a:bodyPr>
          <a:lstStyle>
            <a:lvl1pPr marL="0" indent="0">
              <a:lnSpc>
                <a:spcPct val="100000"/>
              </a:lnSpc>
              <a:buNone/>
              <a:defRPr sz="2400" b="0" i="0">
                <a:solidFill>
                  <a:schemeClr val="tx1"/>
                </a:solidFill>
                <a:latin typeface="Arial" panose="020B0604020202020204" pitchFamily="34" charset="0"/>
                <a:ea typeface="Helvetica Neue" panose="02000503000000020004" pitchFamily="2" charset="0"/>
                <a:cs typeface="Arial" panose="020B0604020202020204" pitchFamily="34" charset="0"/>
              </a:defRPr>
            </a:lvl1pPr>
          </a:lstStyle>
          <a:p>
            <a:pPr lvl="0"/>
            <a:r>
              <a:rPr lang="en-US" dirty="0"/>
              <a:t>Author’s Name</a:t>
            </a:r>
          </a:p>
        </p:txBody>
      </p:sp>
      <p:sp>
        <p:nvSpPr>
          <p:cNvPr id="11" name="Text Placeholder 13"/>
          <p:cNvSpPr>
            <a:spLocks noGrp="1"/>
          </p:cNvSpPr>
          <p:nvPr>
            <p:ph type="body" sz="quarter" idx="15" hasCustomPrompt="1"/>
          </p:nvPr>
        </p:nvSpPr>
        <p:spPr>
          <a:xfrm>
            <a:off x="596899" y="5307938"/>
            <a:ext cx="8685277" cy="587916"/>
          </a:xfrm>
          <a:prstGeom prst="rect">
            <a:avLst/>
          </a:prstGeom>
        </p:spPr>
        <p:txBody>
          <a:bodyPr>
            <a:normAutofit/>
          </a:bodyPr>
          <a:lstStyle>
            <a:lvl1pPr marL="0" indent="0">
              <a:lnSpc>
                <a:spcPts val="2667"/>
              </a:lnSpc>
              <a:buNone/>
              <a:defRPr sz="2400" b="0" i="0" baseline="0">
                <a:solidFill>
                  <a:schemeClr val="tx1"/>
                </a:solidFill>
                <a:latin typeface="Arial" panose="020B0604020202020204" pitchFamily="34" charset="0"/>
                <a:ea typeface="Helvetica Neue" panose="02000503000000020004" pitchFamily="2" charset="0"/>
                <a:cs typeface="Arial" panose="020B0604020202020204" pitchFamily="34" charset="0"/>
              </a:defRPr>
            </a:lvl1pPr>
          </a:lstStyle>
          <a:p>
            <a:pPr lvl="0"/>
            <a:r>
              <a:rPr lang="en-US" dirty="0"/>
              <a:t>Position Title</a:t>
            </a:r>
          </a:p>
        </p:txBody>
      </p:sp>
    </p:spTree>
    <p:extLst>
      <p:ext uri="{BB962C8B-B14F-4D97-AF65-F5344CB8AC3E}">
        <p14:creationId xmlns:p14="http://schemas.microsoft.com/office/powerpoint/2010/main" val="3783261984"/>
      </p:ext>
    </p:extLst>
  </p:cSld>
  <p:clrMapOvr>
    <a:masterClrMapping/>
  </p:clrMapOvr>
  <p:transition>
    <p:fade/>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Quote Slide – Teal">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lvl1pPr>
              <a:defRPr b="0" i="0">
                <a:latin typeface="Arial" panose="020B0604020202020204" pitchFamily="34" charset="0"/>
                <a:ea typeface="Helvetica Neue" panose="02000503000000020004" pitchFamily="2" charset="0"/>
                <a:cs typeface="Arial" panose="020B0604020202020204" pitchFamily="34" charset="0"/>
              </a:defRPr>
            </a:lvl1pPr>
          </a:lstStyle>
          <a:p>
            <a:r>
              <a:rPr lang="en-US"/>
              <a:t>Presentation Title</a:t>
            </a:r>
            <a:endParaRPr lang="en-US" dirty="0"/>
          </a:p>
        </p:txBody>
      </p:sp>
      <p:sp>
        <p:nvSpPr>
          <p:cNvPr id="5" name="Slide Number Placeholder 4"/>
          <p:cNvSpPr>
            <a:spLocks noGrp="1"/>
          </p:cNvSpPr>
          <p:nvPr>
            <p:ph type="sldNum" sz="quarter" idx="12"/>
          </p:nvPr>
        </p:nvSpPr>
        <p:spPr/>
        <p:txBody>
          <a:bodyPr/>
          <a:lstStyle>
            <a:lvl1pPr>
              <a:defRPr b="0" i="0">
                <a:latin typeface="Arial" panose="020B0604020202020204" pitchFamily="34" charset="0"/>
                <a:ea typeface="Helvetica Neue" panose="02000503000000020004" pitchFamily="2" charset="0"/>
                <a:cs typeface="Arial" panose="020B0604020202020204" pitchFamily="34" charset="0"/>
              </a:defRPr>
            </a:lvl1pPr>
          </a:lstStyle>
          <a:p>
            <a:fld id="{7BCC8D0D-EAEC-449D-9161-023DFF90F2E2}" type="slidenum">
              <a:rPr lang="en-US" smtClean="0"/>
              <a:pPr/>
              <a:t>‹#›</a:t>
            </a:fld>
            <a:endParaRPr lang="en-US" dirty="0"/>
          </a:p>
        </p:txBody>
      </p:sp>
      <p:sp>
        <p:nvSpPr>
          <p:cNvPr id="7" name="TextBox 6"/>
          <p:cNvSpPr txBox="1"/>
          <p:nvPr userDrawn="1"/>
        </p:nvSpPr>
        <p:spPr bwMode="auto">
          <a:xfrm>
            <a:off x="609605" y="265044"/>
            <a:ext cx="1590260" cy="2831544"/>
          </a:xfrm>
          <a:prstGeom prst="rect">
            <a:avLst/>
          </a:prstGeom>
          <a:noFill/>
          <a:ln w="19050" algn="ctr">
            <a:noFill/>
            <a:miter lim="800000"/>
            <a:headEnd/>
            <a:tailEnd/>
          </a:ln>
        </p:spPr>
        <p:txBody>
          <a:bodyPr wrap="square" lIns="0" tIns="0" rIns="0" bIns="0" rtlCol="0">
            <a:spAutoFit/>
          </a:bodyPr>
          <a:lstStyle/>
          <a:p>
            <a:r>
              <a:rPr lang="en-US" sz="18400" b="0" i="0" dirty="0">
                <a:solidFill>
                  <a:schemeClr val="accent2"/>
                </a:solidFill>
                <a:latin typeface="Arial" panose="020B0604020202020204" pitchFamily="34" charset="0"/>
                <a:ea typeface="Helvetica Neue" panose="02000503000000020004" pitchFamily="2" charset="0"/>
                <a:cs typeface="Arial" panose="020B0604020202020204" pitchFamily="34" charset="0"/>
              </a:rPr>
              <a:t>“</a:t>
            </a:r>
          </a:p>
        </p:txBody>
      </p:sp>
      <p:sp>
        <p:nvSpPr>
          <p:cNvPr id="9" name="Text Placeholder 8"/>
          <p:cNvSpPr>
            <a:spLocks noGrp="1"/>
          </p:cNvSpPr>
          <p:nvPr>
            <p:ph type="body" sz="quarter" idx="13" hasCustomPrompt="1"/>
          </p:nvPr>
        </p:nvSpPr>
        <p:spPr>
          <a:xfrm>
            <a:off x="583468" y="1908315"/>
            <a:ext cx="10972431" cy="2809461"/>
          </a:xfrm>
          <a:prstGeom prst="rect">
            <a:avLst/>
          </a:prstGeom>
        </p:spPr>
        <p:txBody>
          <a:bodyPr anchor="ctr" anchorCtr="0">
            <a:normAutofit/>
          </a:bodyPr>
          <a:lstStyle>
            <a:lvl1pPr marL="0" indent="0">
              <a:lnSpc>
                <a:spcPct val="100000"/>
              </a:lnSpc>
              <a:buNone/>
              <a:defRPr sz="3733" b="0" i="0" baseline="0">
                <a:latin typeface="Arial" panose="020B0604020202020204" pitchFamily="34" charset="0"/>
                <a:ea typeface="Helvetica Neue" panose="02000503000000020004" pitchFamily="2" charset="0"/>
                <a:cs typeface="Arial" panose="020B0604020202020204" pitchFamily="34" charset="0"/>
              </a:defRPr>
            </a:lvl1pPr>
            <a:lvl2pPr marL="306900" indent="0">
              <a:buNone/>
              <a:defRPr>
                <a:latin typeface="+mn-lt"/>
              </a:defRPr>
            </a:lvl2pPr>
            <a:lvl3pPr marL="687881" indent="0">
              <a:buNone/>
              <a:defRPr>
                <a:latin typeface="+mn-lt"/>
              </a:defRPr>
            </a:lvl3pPr>
            <a:lvl4pPr marL="1066747" indent="0">
              <a:buNone/>
              <a:defRPr>
                <a:latin typeface="+mn-lt"/>
              </a:defRPr>
            </a:lvl4pPr>
            <a:lvl5pPr marL="1447728" indent="0">
              <a:buNone/>
              <a:defRPr>
                <a:latin typeface="+mn-lt"/>
              </a:defRPr>
            </a:lvl5pPr>
          </a:lstStyle>
          <a:p>
            <a:pPr lvl="0"/>
            <a:r>
              <a:rPr lang="en-US" dirty="0"/>
              <a:t>This page is an option should you wish to utilize a quote as a stand-alone slide within your presentation. The rest is lorem ipsum. Ut </a:t>
            </a:r>
            <a:r>
              <a:rPr lang="en-US" dirty="0" err="1"/>
              <a:t>enim</a:t>
            </a:r>
            <a:r>
              <a:rPr lang="en-US" dirty="0"/>
              <a:t> ad minim </a:t>
            </a:r>
            <a:r>
              <a:rPr lang="en-US" dirty="0" err="1"/>
              <a:t>quis</a:t>
            </a:r>
            <a:r>
              <a:rPr lang="en-US" dirty="0"/>
              <a:t> </a:t>
            </a:r>
            <a:r>
              <a:rPr lang="en-US" dirty="0" err="1"/>
              <a:t>nostrud</a:t>
            </a:r>
            <a:r>
              <a:rPr lang="en-US" dirty="0"/>
              <a:t>.</a:t>
            </a:r>
          </a:p>
        </p:txBody>
      </p:sp>
      <p:sp>
        <p:nvSpPr>
          <p:cNvPr id="14" name="Text Placeholder 13"/>
          <p:cNvSpPr>
            <a:spLocks noGrp="1"/>
          </p:cNvSpPr>
          <p:nvPr>
            <p:ph type="body" sz="quarter" idx="14" hasCustomPrompt="1"/>
          </p:nvPr>
        </p:nvSpPr>
        <p:spPr>
          <a:xfrm>
            <a:off x="596899" y="4929106"/>
            <a:ext cx="8685277" cy="573905"/>
          </a:xfrm>
          <a:prstGeom prst="rect">
            <a:avLst/>
          </a:prstGeom>
        </p:spPr>
        <p:txBody>
          <a:bodyPr>
            <a:normAutofit/>
          </a:bodyPr>
          <a:lstStyle>
            <a:lvl1pPr marL="0" indent="0">
              <a:lnSpc>
                <a:spcPct val="100000"/>
              </a:lnSpc>
              <a:buNone/>
              <a:defRPr sz="2400" b="0" i="0">
                <a:solidFill>
                  <a:schemeClr val="accent2"/>
                </a:solidFill>
                <a:latin typeface="Arial" panose="020B0604020202020204" pitchFamily="34" charset="0"/>
                <a:ea typeface="Helvetica Neue" panose="02000503000000020004" pitchFamily="2" charset="0"/>
                <a:cs typeface="Arial" panose="020B0604020202020204" pitchFamily="34" charset="0"/>
              </a:defRPr>
            </a:lvl1pPr>
          </a:lstStyle>
          <a:p>
            <a:pPr lvl="0"/>
            <a:r>
              <a:rPr lang="en-US" dirty="0"/>
              <a:t>Author’s Name</a:t>
            </a:r>
          </a:p>
        </p:txBody>
      </p:sp>
      <p:sp>
        <p:nvSpPr>
          <p:cNvPr id="15" name="Text Placeholder 13"/>
          <p:cNvSpPr>
            <a:spLocks noGrp="1"/>
          </p:cNvSpPr>
          <p:nvPr>
            <p:ph type="body" sz="quarter" idx="15" hasCustomPrompt="1"/>
          </p:nvPr>
        </p:nvSpPr>
        <p:spPr>
          <a:xfrm>
            <a:off x="596899" y="5307938"/>
            <a:ext cx="8685277" cy="587916"/>
          </a:xfrm>
          <a:prstGeom prst="rect">
            <a:avLst/>
          </a:prstGeom>
        </p:spPr>
        <p:txBody>
          <a:bodyPr>
            <a:normAutofit/>
          </a:bodyPr>
          <a:lstStyle>
            <a:lvl1pPr marL="0" indent="0">
              <a:lnSpc>
                <a:spcPts val="2667"/>
              </a:lnSpc>
              <a:buNone/>
              <a:defRPr sz="2400" b="0" i="0" baseline="0">
                <a:solidFill>
                  <a:schemeClr val="accent2"/>
                </a:solidFill>
                <a:latin typeface="Arial" panose="020B0604020202020204" pitchFamily="34" charset="0"/>
                <a:ea typeface="Helvetica Neue" panose="02000503000000020004" pitchFamily="2" charset="0"/>
                <a:cs typeface="Arial" panose="020B0604020202020204" pitchFamily="34" charset="0"/>
              </a:defRPr>
            </a:lvl1pPr>
          </a:lstStyle>
          <a:p>
            <a:pPr lvl="0"/>
            <a:r>
              <a:rPr lang="en-US" dirty="0"/>
              <a:t>Position Title</a:t>
            </a:r>
          </a:p>
        </p:txBody>
      </p:sp>
    </p:spTree>
    <p:extLst>
      <p:ext uri="{BB962C8B-B14F-4D97-AF65-F5344CB8AC3E}">
        <p14:creationId xmlns:p14="http://schemas.microsoft.com/office/powerpoint/2010/main" val="750228539"/>
      </p:ext>
    </p:extLst>
  </p:cSld>
  <p:clrMapOvr>
    <a:masterClrMapping/>
  </p:clrMapOvr>
  <p:transition>
    <p:fade/>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Quote Slide – Blue">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lvl1pPr>
              <a:defRPr b="0" i="0">
                <a:latin typeface="Arial" panose="020B0604020202020204" pitchFamily="34" charset="0"/>
                <a:ea typeface="Helvetica Neue" panose="02000503000000020004" pitchFamily="2" charset="0"/>
                <a:cs typeface="Arial" panose="020B0604020202020204" pitchFamily="34" charset="0"/>
              </a:defRPr>
            </a:lvl1pPr>
          </a:lstStyle>
          <a:p>
            <a:r>
              <a:rPr lang="en-US"/>
              <a:t>Presentation Title</a:t>
            </a:r>
            <a:endParaRPr lang="en-US" dirty="0"/>
          </a:p>
        </p:txBody>
      </p:sp>
      <p:sp>
        <p:nvSpPr>
          <p:cNvPr id="5" name="Slide Number Placeholder 4"/>
          <p:cNvSpPr>
            <a:spLocks noGrp="1"/>
          </p:cNvSpPr>
          <p:nvPr>
            <p:ph type="sldNum" sz="quarter" idx="12"/>
          </p:nvPr>
        </p:nvSpPr>
        <p:spPr/>
        <p:txBody>
          <a:bodyPr/>
          <a:lstStyle>
            <a:lvl1pPr>
              <a:defRPr b="0" i="0">
                <a:latin typeface="Arial" panose="020B0604020202020204" pitchFamily="34" charset="0"/>
                <a:ea typeface="Helvetica Neue" panose="02000503000000020004" pitchFamily="2" charset="0"/>
                <a:cs typeface="Arial" panose="020B0604020202020204" pitchFamily="34" charset="0"/>
              </a:defRPr>
            </a:lvl1pPr>
          </a:lstStyle>
          <a:p>
            <a:fld id="{7BCC8D0D-EAEC-449D-9161-023DFF90F2E2}" type="slidenum">
              <a:rPr lang="en-US" smtClean="0"/>
              <a:pPr/>
              <a:t>‹#›</a:t>
            </a:fld>
            <a:endParaRPr lang="en-US" dirty="0"/>
          </a:p>
        </p:txBody>
      </p:sp>
      <p:sp>
        <p:nvSpPr>
          <p:cNvPr id="7" name="TextBox 6"/>
          <p:cNvSpPr txBox="1"/>
          <p:nvPr userDrawn="1"/>
        </p:nvSpPr>
        <p:spPr bwMode="auto">
          <a:xfrm>
            <a:off x="609605" y="265044"/>
            <a:ext cx="1590260" cy="2831544"/>
          </a:xfrm>
          <a:prstGeom prst="rect">
            <a:avLst/>
          </a:prstGeom>
          <a:noFill/>
          <a:ln w="19050" algn="ctr">
            <a:noFill/>
            <a:miter lim="800000"/>
            <a:headEnd/>
            <a:tailEnd/>
          </a:ln>
        </p:spPr>
        <p:txBody>
          <a:bodyPr wrap="square" lIns="0" tIns="0" rIns="0" bIns="0" rtlCol="0">
            <a:spAutoFit/>
          </a:bodyPr>
          <a:lstStyle/>
          <a:p>
            <a:r>
              <a:rPr lang="en-US" sz="18400" b="0" i="0" dirty="0">
                <a:solidFill>
                  <a:schemeClr val="accent1"/>
                </a:solidFill>
                <a:latin typeface="Arial" panose="020B0604020202020204" pitchFamily="34" charset="0"/>
                <a:ea typeface="Helvetica Neue" panose="02000503000000020004" pitchFamily="2" charset="0"/>
                <a:cs typeface="Arial" panose="020B0604020202020204" pitchFamily="34" charset="0"/>
              </a:rPr>
              <a:t>“</a:t>
            </a:r>
          </a:p>
        </p:txBody>
      </p:sp>
      <p:sp>
        <p:nvSpPr>
          <p:cNvPr id="9" name="Text Placeholder 8"/>
          <p:cNvSpPr>
            <a:spLocks noGrp="1"/>
          </p:cNvSpPr>
          <p:nvPr>
            <p:ph type="body" sz="quarter" idx="13" hasCustomPrompt="1"/>
          </p:nvPr>
        </p:nvSpPr>
        <p:spPr>
          <a:xfrm>
            <a:off x="583468" y="1908315"/>
            <a:ext cx="10972431" cy="2809461"/>
          </a:xfrm>
          <a:prstGeom prst="rect">
            <a:avLst/>
          </a:prstGeom>
        </p:spPr>
        <p:txBody>
          <a:bodyPr anchor="ctr" anchorCtr="0">
            <a:normAutofit/>
          </a:bodyPr>
          <a:lstStyle>
            <a:lvl1pPr marL="0" indent="0">
              <a:lnSpc>
                <a:spcPct val="100000"/>
              </a:lnSpc>
              <a:buNone/>
              <a:defRPr sz="3733" b="0" i="0" baseline="0">
                <a:latin typeface="Arial" panose="020B0604020202020204" pitchFamily="34" charset="0"/>
                <a:ea typeface="Helvetica Neue" panose="02000503000000020004" pitchFamily="2" charset="0"/>
                <a:cs typeface="Arial" panose="020B0604020202020204" pitchFamily="34" charset="0"/>
              </a:defRPr>
            </a:lvl1pPr>
            <a:lvl2pPr marL="306900" indent="0">
              <a:buNone/>
              <a:defRPr>
                <a:latin typeface="+mn-lt"/>
              </a:defRPr>
            </a:lvl2pPr>
            <a:lvl3pPr marL="687881" indent="0">
              <a:buNone/>
              <a:defRPr>
                <a:latin typeface="+mn-lt"/>
              </a:defRPr>
            </a:lvl3pPr>
            <a:lvl4pPr marL="1066747" indent="0">
              <a:buNone/>
              <a:defRPr>
                <a:latin typeface="+mn-lt"/>
              </a:defRPr>
            </a:lvl4pPr>
            <a:lvl5pPr marL="1447728" indent="0">
              <a:buNone/>
              <a:defRPr>
                <a:latin typeface="+mn-lt"/>
              </a:defRPr>
            </a:lvl5pPr>
          </a:lstStyle>
          <a:p>
            <a:pPr lvl="0"/>
            <a:r>
              <a:rPr lang="en-US" dirty="0"/>
              <a:t>This page is an option should you wish to utilize a quote as a stand-alone slide within your presentation. The rest is </a:t>
            </a:r>
            <a:r>
              <a:rPr lang="en-US" dirty="0" err="1"/>
              <a:t>lorem</a:t>
            </a:r>
            <a:r>
              <a:rPr lang="en-US" dirty="0"/>
              <a:t> </a:t>
            </a:r>
            <a:r>
              <a:rPr lang="en-US" dirty="0" err="1"/>
              <a:t>ipsum</a:t>
            </a:r>
            <a:r>
              <a:rPr lang="en-US" dirty="0"/>
              <a:t>. </a:t>
            </a:r>
            <a:r>
              <a:rPr lang="en-US" dirty="0" err="1"/>
              <a:t>Ut</a:t>
            </a:r>
            <a:r>
              <a:rPr lang="en-US" dirty="0"/>
              <a:t> </a:t>
            </a:r>
            <a:r>
              <a:rPr lang="en-US" dirty="0" err="1"/>
              <a:t>enim</a:t>
            </a:r>
            <a:r>
              <a:rPr lang="en-US" dirty="0"/>
              <a:t> ad minim </a:t>
            </a:r>
            <a:r>
              <a:rPr lang="en-US" dirty="0" err="1"/>
              <a:t>quis</a:t>
            </a:r>
            <a:r>
              <a:rPr lang="en-US" dirty="0"/>
              <a:t> </a:t>
            </a:r>
            <a:r>
              <a:rPr lang="en-US" dirty="0" err="1"/>
              <a:t>nostrud</a:t>
            </a:r>
            <a:r>
              <a:rPr lang="en-US" dirty="0"/>
              <a:t>.</a:t>
            </a:r>
          </a:p>
        </p:txBody>
      </p:sp>
      <p:sp>
        <p:nvSpPr>
          <p:cNvPr id="12" name="Text Placeholder 13"/>
          <p:cNvSpPr>
            <a:spLocks noGrp="1"/>
          </p:cNvSpPr>
          <p:nvPr>
            <p:ph type="body" sz="quarter" idx="14" hasCustomPrompt="1"/>
          </p:nvPr>
        </p:nvSpPr>
        <p:spPr>
          <a:xfrm>
            <a:off x="596899" y="4929106"/>
            <a:ext cx="8685277" cy="573905"/>
          </a:xfrm>
          <a:prstGeom prst="rect">
            <a:avLst/>
          </a:prstGeom>
        </p:spPr>
        <p:txBody>
          <a:bodyPr>
            <a:normAutofit/>
          </a:bodyPr>
          <a:lstStyle>
            <a:lvl1pPr marL="0" indent="0">
              <a:lnSpc>
                <a:spcPct val="100000"/>
              </a:lnSpc>
              <a:buNone/>
              <a:defRPr sz="2400" b="0" i="0">
                <a:solidFill>
                  <a:schemeClr val="accent1"/>
                </a:solidFill>
                <a:latin typeface="Arial" panose="020B0604020202020204" pitchFamily="34" charset="0"/>
                <a:ea typeface="Helvetica Neue" panose="02000503000000020004" pitchFamily="2" charset="0"/>
                <a:cs typeface="Arial" panose="020B0604020202020204" pitchFamily="34" charset="0"/>
              </a:defRPr>
            </a:lvl1pPr>
          </a:lstStyle>
          <a:p>
            <a:pPr lvl="0"/>
            <a:r>
              <a:rPr lang="en-US" dirty="0"/>
              <a:t>Author’s Name</a:t>
            </a:r>
          </a:p>
        </p:txBody>
      </p:sp>
      <p:sp>
        <p:nvSpPr>
          <p:cNvPr id="13" name="Text Placeholder 13"/>
          <p:cNvSpPr>
            <a:spLocks noGrp="1"/>
          </p:cNvSpPr>
          <p:nvPr>
            <p:ph type="body" sz="quarter" idx="15" hasCustomPrompt="1"/>
          </p:nvPr>
        </p:nvSpPr>
        <p:spPr>
          <a:xfrm>
            <a:off x="596899" y="5307938"/>
            <a:ext cx="8685277" cy="587916"/>
          </a:xfrm>
          <a:prstGeom prst="rect">
            <a:avLst/>
          </a:prstGeom>
        </p:spPr>
        <p:txBody>
          <a:bodyPr>
            <a:normAutofit/>
          </a:bodyPr>
          <a:lstStyle>
            <a:lvl1pPr marL="0" indent="0">
              <a:lnSpc>
                <a:spcPts val="2667"/>
              </a:lnSpc>
              <a:buNone/>
              <a:defRPr sz="2400" b="0" i="0" baseline="0">
                <a:solidFill>
                  <a:schemeClr val="accent1"/>
                </a:solidFill>
                <a:latin typeface="Arial" panose="020B0604020202020204" pitchFamily="34" charset="0"/>
                <a:ea typeface="Helvetica Neue" panose="02000503000000020004" pitchFamily="2" charset="0"/>
                <a:cs typeface="Arial" panose="020B0604020202020204" pitchFamily="34" charset="0"/>
              </a:defRPr>
            </a:lvl1pPr>
          </a:lstStyle>
          <a:p>
            <a:pPr lvl="0"/>
            <a:r>
              <a:rPr lang="en-US" dirty="0"/>
              <a:t>Position Title</a:t>
            </a:r>
          </a:p>
        </p:txBody>
      </p:sp>
    </p:spTree>
    <p:extLst>
      <p:ext uri="{BB962C8B-B14F-4D97-AF65-F5344CB8AC3E}">
        <p14:creationId xmlns:p14="http://schemas.microsoft.com/office/powerpoint/2010/main" val="377743862"/>
      </p:ext>
    </p:extLst>
  </p:cSld>
  <p:clrMapOvr>
    <a:masterClrMapping/>
  </p:clrMapOvr>
  <p:transition>
    <p:fade/>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Divider Slide – Navy">
    <p:spTree>
      <p:nvGrpSpPr>
        <p:cNvPr id="1" name=""/>
        <p:cNvGrpSpPr/>
        <p:nvPr/>
      </p:nvGrpSpPr>
      <p:grpSpPr>
        <a:xfrm>
          <a:off x="0" y="0"/>
          <a:ext cx="0" cy="0"/>
          <a:chOff x="0" y="0"/>
          <a:chExt cx="0" cy="0"/>
        </a:xfrm>
      </p:grpSpPr>
      <p:sp>
        <p:nvSpPr>
          <p:cNvPr id="10" name="Footer Placeholder 9"/>
          <p:cNvSpPr>
            <a:spLocks noGrp="1"/>
          </p:cNvSpPr>
          <p:nvPr>
            <p:ph type="ftr" sz="quarter" idx="12"/>
          </p:nvPr>
        </p:nvSpPr>
        <p:spPr/>
        <p:txBody>
          <a:bodyPr/>
          <a:lstStyle>
            <a:lvl1pPr>
              <a:defRPr b="0" i="0">
                <a:latin typeface="Arial" panose="020B0604020202020204" pitchFamily="34" charset="0"/>
                <a:ea typeface="Helvetica Neue" panose="02000503000000020004" pitchFamily="2" charset="0"/>
                <a:cs typeface="Arial" panose="020B0604020202020204" pitchFamily="34" charset="0"/>
              </a:defRPr>
            </a:lvl1pPr>
          </a:lstStyle>
          <a:p>
            <a:r>
              <a:rPr lang="en-US"/>
              <a:t>Presentation Title</a:t>
            </a:r>
            <a:endParaRPr lang="en-US" dirty="0"/>
          </a:p>
        </p:txBody>
      </p:sp>
      <p:sp>
        <p:nvSpPr>
          <p:cNvPr id="14" name="Slide Number Placeholder 13"/>
          <p:cNvSpPr>
            <a:spLocks noGrp="1"/>
          </p:cNvSpPr>
          <p:nvPr>
            <p:ph type="sldNum" sz="quarter" idx="13"/>
          </p:nvPr>
        </p:nvSpPr>
        <p:spPr/>
        <p:txBody>
          <a:bodyPr/>
          <a:lstStyle>
            <a:lvl1pPr>
              <a:defRPr b="0" i="0">
                <a:latin typeface="Arial" panose="020B0604020202020204" pitchFamily="34" charset="0"/>
                <a:ea typeface="Helvetica Neue" panose="02000503000000020004" pitchFamily="2" charset="0"/>
                <a:cs typeface="Arial" panose="020B0604020202020204" pitchFamily="34" charset="0"/>
              </a:defRPr>
            </a:lvl1pPr>
          </a:lstStyle>
          <a:p>
            <a:fld id="{7BCC8D0D-EAEC-449D-9161-023DFF90F2E2}" type="slidenum">
              <a:rPr lang="en-US" smtClean="0"/>
              <a:pPr/>
              <a:t>‹#›</a:t>
            </a:fld>
            <a:endParaRPr lang="en-US" dirty="0"/>
          </a:p>
        </p:txBody>
      </p:sp>
      <p:sp>
        <p:nvSpPr>
          <p:cNvPr id="16" name="Title 15"/>
          <p:cNvSpPr>
            <a:spLocks noGrp="1"/>
          </p:cNvSpPr>
          <p:nvPr>
            <p:ph type="title" hasCustomPrompt="1"/>
          </p:nvPr>
        </p:nvSpPr>
        <p:spPr>
          <a:xfrm>
            <a:off x="604780" y="2339688"/>
            <a:ext cx="8791011" cy="1906851"/>
          </a:xfrm>
        </p:spPr>
        <p:txBody>
          <a:bodyPr anchor="ctr">
            <a:noAutofit/>
          </a:bodyPr>
          <a:lstStyle>
            <a:lvl1pPr>
              <a:defRPr sz="4800" b="0" i="0" baseline="0">
                <a:latin typeface="Garamond" panose="02020404030301010803" pitchFamily="18" charset="0"/>
                <a:ea typeface="Helvetica Neue" panose="02000503000000020004" pitchFamily="2" charset="0"/>
                <a:cs typeface="Arial" panose="020B0604020202020204" pitchFamily="34" charset="0"/>
              </a:defRPr>
            </a:lvl1pPr>
          </a:lstStyle>
          <a:p>
            <a:r>
              <a:rPr lang="en-US" dirty="0"/>
              <a:t>Section Header Here</a:t>
            </a:r>
          </a:p>
        </p:txBody>
      </p:sp>
      <p:sp>
        <p:nvSpPr>
          <p:cNvPr id="2" name="Rectangle 1"/>
          <p:cNvSpPr/>
          <p:nvPr userDrawn="1"/>
        </p:nvSpPr>
        <p:spPr bwMode="auto">
          <a:xfrm>
            <a:off x="4" y="2358889"/>
            <a:ext cx="331305" cy="1881809"/>
          </a:xfrm>
          <a:prstGeom prst="rect">
            <a:avLst/>
          </a:prstGeom>
          <a:solidFill>
            <a:schemeClr val="tx1"/>
          </a:solidFill>
          <a:ln w="19050" algn="ctr">
            <a:noFill/>
            <a:miter lim="800000"/>
            <a:headEnd/>
            <a:tailEnd/>
          </a:ln>
        </p:spPr>
        <p:txBody>
          <a:bodyPr wrap="none" rtlCol="0" anchor="ctr"/>
          <a:lstStyle/>
          <a:p>
            <a:pPr algn="ctr">
              <a:lnSpc>
                <a:spcPct val="90000"/>
              </a:lnSpc>
            </a:pPr>
            <a:endParaRPr lang="en-US" sz="2133" b="0" i="0" dirty="0" err="1">
              <a:solidFill>
                <a:schemeClr val="bg1"/>
              </a:solidFill>
              <a:latin typeface="Arial" panose="020B0604020202020204" pitchFamily="34" charset="0"/>
              <a:ea typeface="Helvetica Neue" panose="02000503000000020004" pitchFamily="2" charset="0"/>
              <a:cs typeface="Arial" panose="020B0604020202020204" pitchFamily="34" charset="0"/>
            </a:endParaRPr>
          </a:p>
        </p:txBody>
      </p:sp>
    </p:spTree>
    <p:extLst>
      <p:ext uri="{BB962C8B-B14F-4D97-AF65-F5344CB8AC3E}">
        <p14:creationId xmlns:p14="http://schemas.microsoft.com/office/powerpoint/2010/main" val="2843947669"/>
      </p:ext>
    </p:extLst>
  </p:cSld>
  <p:clrMapOvr>
    <a:masterClrMapping/>
  </p:clrMapOvr>
  <p:transition>
    <p:fade/>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Divider Slide – Teal">
    <p:spTree>
      <p:nvGrpSpPr>
        <p:cNvPr id="1" name=""/>
        <p:cNvGrpSpPr/>
        <p:nvPr/>
      </p:nvGrpSpPr>
      <p:grpSpPr>
        <a:xfrm>
          <a:off x="0" y="0"/>
          <a:ext cx="0" cy="0"/>
          <a:chOff x="0" y="0"/>
          <a:chExt cx="0" cy="0"/>
        </a:xfrm>
      </p:grpSpPr>
      <p:sp>
        <p:nvSpPr>
          <p:cNvPr id="10" name="Footer Placeholder 9"/>
          <p:cNvSpPr>
            <a:spLocks noGrp="1"/>
          </p:cNvSpPr>
          <p:nvPr>
            <p:ph type="ftr" sz="quarter" idx="12"/>
          </p:nvPr>
        </p:nvSpPr>
        <p:spPr/>
        <p:txBody>
          <a:bodyPr/>
          <a:lstStyle>
            <a:lvl1pPr>
              <a:defRPr b="0" i="0">
                <a:latin typeface="Arial" panose="020B0604020202020204" pitchFamily="34" charset="0"/>
                <a:ea typeface="Helvetica Neue" panose="02000503000000020004" pitchFamily="2" charset="0"/>
                <a:cs typeface="Arial" panose="020B0604020202020204" pitchFamily="34" charset="0"/>
              </a:defRPr>
            </a:lvl1pPr>
          </a:lstStyle>
          <a:p>
            <a:r>
              <a:rPr lang="en-US"/>
              <a:t>Presentation Title</a:t>
            </a:r>
            <a:endParaRPr lang="en-US" dirty="0"/>
          </a:p>
        </p:txBody>
      </p:sp>
      <p:sp>
        <p:nvSpPr>
          <p:cNvPr id="14" name="Slide Number Placeholder 13"/>
          <p:cNvSpPr>
            <a:spLocks noGrp="1"/>
          </p:cNvSpPr>
          <p:nvPr>
            <p:ph type="sldNum" sz="quarter" idx="13"/>
          </p:nvPr>
        </p:nvSpPr>
        <p:spPr/>
        <p:txBody>
          <a:bodyPr/>
          <a:lstStyle>
            <a:lvl1pPr>
              <a:defRPr b="0" i="0">
                <a:latin typeface="Arial" panose="020B0604020202020204" pitchFamily="34" charset="0"/>
                <a:ea typeface="Helvetica Neue" panose="02000503000000020004" pitchFamily="2" charset="0"/>
                <a:cs typeface="Arial" panose="020B0604020202020204" pitchFamily="34" charset="0"/>
              </a:defRPr>
            </a:lvl1pPr>
          </a:lstStyle>
          <a:p>
            <a:fld id="{7BCC8D0D-EAEC-449D-9161-023DFF90F2E2}" type="slidenum">
              <a:rPr lang="en-US" smtClean="0"/>
              <a:pPr/>
              <a:t>‹#›</a:t>
            </a:fld>
            <a:endParaRPr lang="en-US" dirty="0"/>
          </a:p>
        </p:txBody>
      </p:sp>
      <p:sp>
        <p:nvSpPr>
          <p:cNvPr id="16" name="Title 15"/>
          <p:cNvSpPr>
            <a:spLocks noGrp="1"/>
          </p:cNvSpPr>
          <p:nvPr>
            <p:ph type="title" hasCustomPrompt="1"/>
          </p:nvPr>
        </p:nvSpPr>
        <p:spPr>
          <a:xfrm>
            <a:off x="604780" y="2339688"/>
            <a:ext cx="8791011" cy="1906851"/>
          </a:xfrm>
        </p:spPr>
        <p:txBody>
          <a:bodyPr anchor="ctr">
            <a:noAutofit/>
          </a:bodyPr>
          <a:lstStyle>
            <a:lvl1pPr>
              <a:defRPr sz="4800" b="0" i="0" baseline="0">
                <a:solidFill>
                  <a:schemeClr val="accent2"/>
                </a:solidFill>
                <a:latin typeface="Garamond" panose="02020404030301010803" pitchFamily="18" charset="0"/>
                <a:ea typeface="Helvetica Neue" panose="02000503000000020004" pitchFamily="2" charset="0"/>
                <a:cs typeface="Arial" panose="020B0604020202020204" pitchFamily="34" charset="0"/>
              </a:defRPr>
            </a:lvl1pPr>
          </a:lstStyle>
          <a:p>
            <a:r>
              <a:rPr lang="en-US" dirty="0"/>
              <a:t>Section Header Here</a:t>
            </a:r>
          </a:p>
        </p:txBody>
      </p:sp>
      <p:sp>
        <p:nvSpPr>
          <p:cNvPr id="2" name="Rectangle 1"/>
          <p:cNvSpPr/>
          <p:nvPr userDrawn="1"/>
        </p:nvSpPr>
        <p:spPr bwMode="auto">
          <a:xfrm>
            <a:off x="4" y="2358889"/>
            <a:ext cx="331305" cy="1881809"/>
          </a:xfrm>
          <a:prstGeom prst="rect">
            <a:avLst/>
          </a:prstGeom>
          <a:solidFill>
            <a:schemeClr val="accent2"/>
          </a:solidFill>
          <a:ln w="19050" algn="ctr">
            <a:noFill/>
            <a:miter lim="800000"/>
            <a:headEnd/>
            <a:tailEnd/>
          </a:ln>
        </p:spPr>
        <p:txBody>
          <a:bodyPr wrap="none" rtlCol="0" anchor="ctr"/>
          <a:lstStyle/>
          <a:p>
            <a:pPr algn="ctr">
              <a:lnSpc>
                <a:spcPct val="90000"/>
              </a:lnSpc>
            </a:pPr>
            <a:endParaRPr lang="en-US" sz="2133" b="0" i="0" dirty="0" err="1">
              <a:solidFill>
                <a:schemeClr val="accent2"/>
              </a:solidFill>
              <a:latin typeface="Arial" panose="020B0604020202020204" pitchFamily="34" charset="0"/>
              <a:ea typeface="Helvetica Neue" panose="02000503000000020004" pitchFamily="2" charset="0"/>
              <a:cs typeface="Arial" panose="020B0604020202020204" pitchFamily="34" charset="0"/>
            </a:endParaRPr>
          </a:p>
        </p:txBody>
      </p:sp>
    </p:spTree>
    <p:extLst>
      <p:ext uri="{BB962C8B-B14F-4D97-AF65-F5344CB8AC3E}">
        <p14:creationId xmlns:p14="http://schemas.microsoft.com/office/powerpoint/2010/main" val="4117844556"/>
      </p:ext>
    </p:extLst>
  </p:cSld>
  <p:clrMapOvr>
    <a:masterClrMapping/>
  </p:clrMapOvr>
  <p:transition>
    <p:fade/>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Divider Slide – Blue">
    <p:spTree>
      <p:nvGrpSpPr>
        <p:cNvPr id="1" name=""/>
        <p:cNvGrpSpPr/>
        <p:nvPr/>
      </p:nvGrpSpPr>
      <p:grpSpPr>
        <a:xfrm>
          <a:off x="0" y="0"/>
          <a:ext cx="0" cy="0"/>
          <a:chOff x="0" y="0"/>
          <a:chExt cx="0" cy="0"/>
        </a:xfrm>
      </p:grpSpPr>
      <p:sp>
        <p:nvSpPr>
          <p:cNvPr id="10" name="Footer Placeholder 9"/>
          <p:cNvSpPr>
            <a:spLocks noGrp="1"/>
          </p:cNvSpPr>
          <p:nvPr>
            <p:ph type="ftr" sz="quarter" idx="12"/>
          </p:nvPr>
        </p:nvSpPr>
        <p:spPr/>
        <p:txBody>
          <a:bodyPr/>
          <a:lstStyle/>
          <a:p>
            <a:r>
              <a:rPr lang="en-US"/>
              <a:t>Presentation Title</a:t>
            </a:r>
            <a:endParaRPr lang="en-US" dirty="0"/>
          </a:p>
        </p:txBody>
      </p:sp>
      <p:sp>
        <p:nvSpPr>
          <p:cNvPr id="14" name="Slide Number Placeholder 13"/>
          <p:cNvSpPr>
            <a:spLocks noGrp="1"/>
          </p:cNvSpPr>
          <p:nvPr>
            <p:ph type="sldNum" sz="quarter" idx="13"/>
          </p:nvPr>
        </p:nvSpPr>
        <p:spPr/>
        <p:txBody>
          <a:bodyPr/>
          <a:lstStyle/>
          <a:p>
            <a:fld id="{7BCC8D0D-EAEC-449D-9161-023DFF90F2E2}" type="slidenum">
              <a:rPr lang="en-US" smtClean="0"/>
              <a:pPr/>
              <a:t>‹#›</a:t>
            </a:fld>
            <a:endParaRPr lang="en-US" dirty="0"/>
          </a:p>
        </p:txBody>
      </p:sp>
      <p:sp>
        <p:nvSpPr>
          <p:cNvPr id="16" name="Title 15"/>
          <p:cNvSpPr>
            <a:spLocks noGrp="1"/>
          </p:cNvSpPr>
          <p:nvPr>
            <p:ph type="title" hasCustomPrompt="1"/>
          </p:nvPr>
        </p:nvSpPr>
        <p:spPr>
          <a:xfrm>
            <a:off x="604780" y="2339688"/>
            <a:ext cx="8791011" cy="1906851"/>
          </a:xfrm>
        </p:spPr>
        <p:txBody>
          <a:bodyPr anchor="ctr">
            <a:noAutofit/>
          </a:bodyPr>
          <a:lstStyle>
            <a:lvl1pPr>
              <a:defRPr sz="4800" b="0" i="0" baseline="0">
                <a:solidFill>
                  <a:schemeClr val="accent1"/>
                </a:solidFill>
                <a:latin typeface="Garamond" panose="02020404030301010803" pitchFamily="18" charset="0"/>
                <a:ea typeface="Helvetica Neue" panose="02000503000000020004" pitchFamily="2" charset="0"/>
                <a:cs typeface="Arial" panose="020B0604020202020204" pitchFamily="34" charset="0"/>
              </a:defRPr>
            </a:lvl1pPr>
          </a:lstStyle>
          <a:p>
            <a:r>
              <a:rPr lang="en-US" dirty="0"/>
              <a:t>Section Header Here</a:t>
            </a:r>
          </a:p>
        </p:txBody>
      </p:sp>
      <p:sp>
        <p:nvSpPr>
          <p:cNvPr id="2" name="Rectangle 1"/>
          <p:cNvSpPr/>
          <p:nvPr userDrawn="1"/>
        </p:nvSpPr>
        <p:spPr bwMode="auto">
          <a:xfrm>
            <a:off x="4" y="2358889"/>
            <a:ext cx="331305" cy="1881809"/>
          </a:xfrm>
          <a:prstGeom prst="rect">
            <a:avLst/>
          </a:prstGeom>
          <a:solidFill>
            <a:schemeClr val="accent1"/>
          </a:solidFill>
          <a:ln w="19050" algn="ctr">
            <a:noFill/>
            <a:miter lim="800000"/>
            <a:headEnd/>
            <a:tailEnd/>
          </a:ln>
        </p:spPr>
        <p:txBody>
          <a:bodyPr wrap="none" rtlCol="0" anchor="ctr"/>
          <a:lstStyle/>
          <a:p>
            <a:pPr algn="ctr">
              <a:lnSpc>
                <a:spcPct val="90000"/>
              </a:lnSpc>
            </a:pPr>
            <a:endParaRPr lang="en-US" sz="2133" b="0" i="0" dirty="0" err="1">
              <a:solidFill>
                <a:schemeClr val="bg1"/>
              </a:solidFill>
              <a:latin typeface="Arial" panose="020B0604020202020204" pitchFamily="34" charset="0"/>
            </a:endParaRPr>
          </a:p>
        </p:txBody>
      </p:sp>
    </p:spTree>
    <p:extLst>
      <p:ext uri="{BB962C8B-B14F-4D97-AF65-F5344CB8AC3E}">
        <p14:creationId xmlns:p14="http://schemas.microsoft.com/office/powerpoint/2010/main" val="3218793903"/>
      </p:ext>
    </p:extLst>
  </p:cSld>
  <p:clrMapOvr>
    <a:masterClrMapping/>
  </p:clrMapOvr>
  <p:transition>
    <p:fade/>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p:cSld name="Blank Slide">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35875564"/>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p:cSld name="Closing with logo – 1">
    <p:bg>
      <p:bgRef idx="1001">
        <a:schemeClr val="bg1"/>
      </p:bgRef>
    </p:bg>
    <p:spTree>
      <p:nvGrpSpPr>
        <p:cNvPr id="1" name=""/>
        <p:cNvGrpSpPr/>
        <p:nvPr/>
      </p:nvGrpSpPr>
      <p:grpSpPr>
        <a:xfrm>
          <a:off x="0" y="0"/>
          <a:ext cx="0" cy="0"/>
          <a:chOff x="0" y="0"/>
          <a:chExt cx="0" cy="0"/>
        </a:xfrm>
      </p:grpSpPr>
      <p:pic>
        <p:nvPicPr>
          <p:cNvPr id="4" name="Picture 41"/>
          <p:cNvPicPr>
            <a:picLocks noChangeAspect="1" noChangeArrowheads="1"/>
          </p:cNvPicPr>
          <p:nvPr userDrawn="1"/>
        </p:nvPicPr>
        <p:blipFill>
          <a:blip r:embed="rId2">
            <a:extLst>
              <a:ext uri="{28A0092B-C50C-407E-A947-70E740481C1C}">
                <a14:useLocalDpi xmlns:a14="http://schemas.microsoft.com/office/drawing/2010/main"/>
              </a:ext>
            </a:extLst>
          </a:blip>
          <a:srcRect/>
          <a:stretch>
            <a:fillRect/>
          </a:stretch>
        </p:blipFill>
        <p:spPr bwMode="invGray">
          <a:xfrm>
            <a:off x="5153582" y="2710217"/>
            <a:ext cx="2094721" cy="13677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4"/>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5155713" y="2716696"/>
            <a:ext cx="2099235" cy="1364973"/>
          </a:xfrm>
          <a:prstGeom prst="rect">
            <a:avLst/>
          </a:prstGeom>
        </p:spPr>
      </p:pic>
    </p:spTree>
    <p:extLst>
      <p:ext uri="{BB962C8B-B14F-4D97-AF65-F5344CB8AC3E}">
        <p14:creationId xmlns:p14="http://schemas.microsoft.com/office/powerpoint/2010/main" val="4212737094"/>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p:cSld name="Closing with logo – 2">
    <p:bg>
      <p:bgRef idx="1001">
        <a:schemeClr val="bg1"/>
      </p:bgRef>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172284" y="2513068"/>
            <a:ext cx="1832365" cy="1831867"/>
          </a:xfrm>
          <a:prstGeom prst="rect">
            <a:avLst/>
          </a:prstGeom>
        </p:spPr>
      </p:pic>
    </p:spTree>
    <p:extLst>
      <p:ext uri="{BB962C8B-B14F-4D97-AF65-F5344CB8AC3E}">
        <p14:creationId xmlns:p14="http://schemas.microsoft.com/office/powerpoint/2010/main" val="2024837434"/>
      </p:ext>
    </p:extLst>
  </p:cSld>
  <p:clrMapOvr>
    <a:overrideClrMapping bg1="lt1" tx1="dk1" bg2="lt2" tx2="dk2" accent1="accent1" accent2="accent2" accent3="accent3" accent4="accent4" accent5="accent5" accent6="accent6" hlink="hlink" folHlink="folHlink"/>
  </p:clrMapOvr>
  <p:transition>
    <p:fade/>
  </p:transition>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image" Target="../media/image1.png"/><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41.xml"/><Relationship Id="rId13" Type="http://schemas.openxmlformats.org/officeDocument/2006/relationships/slideLayout" Target="../slideLayouts/slideLayout46.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slideLayout" Target="../slideLayouts/slideLayout45.xml"/><Relationship Id="rId17" Type="http://schemas.openxmlformats.org/officeDocument/2006/relationships/theme" Target="../theme/theme2.xml"/><Relationship Id="rId2" Type="http://schemas.openxmlformats.org/officeDocument/2006/relationships/slideLayout" Target="../slideLayouts/slideLayout35.xml"/><Relationship Id="rId16" Type="http://schemas.openxmlformats.org/officeDocument/2006/relationships/slideLayout" Target="../slideLayouts/slideLayout49.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5" Type="http://schemas.openxmlformats.org/officeDocument/2006/relationships/slideLayout" Target="../slideLayouts/slideLayout4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 Id="rId14" Type="http://schemas.openxmlformats.org/officeDocument/2006/relationships/slideLayout" Target="../slideLayouts/slideLayout4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1" name="Footer Placeholder 5"/>
          <p:cNvSpPr>
            <a:spLocks noGrp="1"/>
          </p:cNvSpPr>
          <p:nvPr>
            <p:ph type="ftr" sz="quarter" idx="3"/>
          </p:nvPr>
        </p:nvSpPr>
        <p:spPr>
          <a:xfrm>
            <a:off x="730870" y="6470130"/>
            <a:ext cx="5747876" cy="137980"/>
          </a:xfrm>
          <a:prstGeom prst="rect">
            <a:avLst/>
          </a:prstGeom>
        </p:spPr>
        <p:txBody>
          <a:bodyPr vert="horz" wrap="square" lIns="0" tIns="0" rIns="0" bIns="0" rtlCol="0" anchor="b" anchorCtr="0"/>
          <a:lstStyle>
            <a:lvl1pPr algn="l">
              <a:defRPr sz="933" b="0" i="0">
                <a:solidFill>
                  <a:schemeClr val="tx1"/>
                </a:solidFill>
                <a:latin typeface="Arial" panose="020B0604020202020204" pitchFamily="34" charset="0"/>
                <a:ea typeface="Helvetica Neue" panose="02000503000000020004" pitchFamily="2" charset="0"/>
                <a:cs typeface="Arial" panose="020B0604020202020204" pitchFamily="34" charset="0"/>
              </a:defRPr>
            </a:lvl1pPr>
          </a:lstStyle>
          <a:p>
            <a:endParaRPr lang="en-US" dirty="0"/>
          </a:p>
        </p:txBody>
      </p:sp>
      <p:sp>
        <p:nvSpPr>
          <p:cNvPr id="12" name="Slide Number Placeholder 6"/>
          <p:cNvSpPr>
            <a:spLocks noGrp="1"/>
          </p:cNvSpPr>
          <p:nvPr>
            <p:ph type="sldNum" sz="quarter" idx="4"/>
          </p:nvPr>
        </p:nvSpPr>
        <p:spPr>
          <a:xfrm>
            <a:off x="362810" y="6453506"/>
            <a:ext cx="328081" cy="155233"/>
          </a:xfrm>
          <a:prstGeom prst="rect">
            <a:avLst/>
          </a:prstGeom>
        </p:spPr>
        <p:txBody>
          <a:bodyPr vert="horz" wrap="square" lIns="0" tIns="0" rIns="0" bIns="0" rtlCol="0" anchor="b" anchorCtr="0"/>
          <a:lstStyle>
            <a:lvl1pPr algn="l">
              <a:defRPr sz="933" b="0" i="0">
                <a:solidFill>
                  <a:schemeClr val="tx1"/>
                </a:solidFill>
                <a:latin typeface="Arial" panose="020B0604020202020204" pitchFamily="34" charset="0"/>
                <a:ea typeface="Helvetica Neue" panose="02000503000000020004" pitchFamily="2" charset="0"/>
                <a:cs typeface="Arial" panose="020B0604020202020204" pitchFamily="34" charset="0"/>
              </a:defRPr>
            </a:lvl1pPr>
          </a:lstStyle>
          <a:p>
            <a:fld id="{CC057153-B650-4DEB-B370-79DDCFDCE934}" type="slidenum">
              <a:rPr lang="en-US" smtClean="0"/>
              <a:t>‹#›</a:t>
            </a:fld>
            <a:endParaRPr lang="en-US"/>
          </a:p>
        </p:txBody>
      </p:sp>
      <p:cxnSp>
        <p:nvCxnSpPr>
          <p:cNvPr id="36" name="Straight Connector 35"/>
          <p:cNvCxnSpPr/>
          <p:nvPr/>
        </p:nvCxnSpPr>
        <p:spPr>
          <a:xfrm>
            <a:off x="486834" y="6250080"/>
            <a:ext cx="11218333" cy="0"/>
          </a:xfrm>
          <a:prstGeom prst="line">
            <a:avLst/>
          </a:prstGeom>
          <a:noFill/>
          <a:ln w="3175" cap="flat">
            <a:solidFill>
              <a:srgbClr val="052049"/>
            </a:solidFill>
            <a:prstDash val="solid"/>
            <a:miter lim="800000"/>
            <a:headEnd/>
            <a:tailEnd/>
          </a:ln>
          <a:extLst>
            <a:ext uri="{909E8E84-426E-40DD-AFC4-6F175D3DCCD1}">
              <a14:hiddenFill xmlns:a14="http://schemas.microsoft.com/office/drawing/2010/main">
                <a:noFill/>
              </a14:hiddenFill>
            </a:ext>
          </a:extLst>
        </p:spPr>
      </p:cxnSp>
      <p:cxnSp>
        <p:nvCxnSpPr>
          <p:cNvPr id="9" name="Straight Connector 8"/>
          <p:cNvCxnSpPr/>
          <p:nvPr/>
        </p:nvCxnSpPr>
        <p:spPr>
          <a:xfrm>
            <a:off x="370417" y="6250080"/>
            <a:ext cx="11460480" cy="0"/>
          </a:xfrm>
          <a:prstGeom prst="line">
            <a:avLst/>
          </a:prstGeom>
          <a:noFill/>
          <a:ln w="3175" cap="flat">
            <a:solidFill>
              <a:schemeClr val="tx1"/>
            </a:solidFill>
            <a:prstDash val="solid"/>
            <a:miter lim="800000"/>
            <a:headEnd/>
            <a:tailEnd/>
          </a:ln>
          <a:extLst>
            <a:ext uri="{909E8E84-426E-40DD-AFC4-6F175D3DCCD1}">
              <a14:hiddenFill xmlns:a14="http://schemas.microsoft.com/office/drawing/2010/main">
                <a:noFill/>
              </a14:hiddenFill>
            </a:ext>
          </a:extLst>
        </p:spPr>
      </p:cxnSp>
      <p:sp>
        <p:nvSpPr>
          <p:cNvPr id="13" name="Freeform 77"/>
          <p:cNvSpPr>
            <a:spLocks/>
          </p:cNvSpPr>
          <p:nvPr userDrawn="1"/>
        </p:nvSpPr>
        <p:spPr bwMode="auto">
          <a:xfrm>
            <a:off x="11190818" y="6400801"/>
            <a:ext cx="641349" cy="308099"/>
          </a:xfrm>
          <a:custGeom>
            <a:avLst/>
            <a:gdLst>
              <a:gd name="T0" fmla="*/ 350 w 350"/>
              <a:gd name="T1" fmla="*/ 52 h 168"/>
              <a:gd name="T2" fmla="*/ 270 w 350"/>
              <a:gd name="T3" fmla="*/ 130 h 168"/>
              <a:gd name="T4" fmla="*/ 240 w 350"/>
              <a:gd name="T5" fmla="*/ 100 h 168"/>
              <a:gd name="T6" fmla="*/ 205 w 350"/>
              <a:gd name="T7" fmla="*/ 91 h 168"/>
              <a:gd name="T8" fmla="*/ 201 w 350"/>
              <a:gd name="T9" fmla="*/ 86 h 168"/>
              <a:gd name="T10" fmla="*/ 200 w 350"/>
              <a:gd name="T11" fmla="*/ 82 h 168"/>
              <a:gd name="T12" fmla="*/ 203 w 350"/>
              <a:gd name="T13" fmla="*/ 73 h 168"/>
              <a:gd name="T14" fmla="*/ 203 w 350"/>
              <a:gd name="T15" fmla="*/ 73 h 168"/>
              <a:gd name="T16" fmla="*/ 205 w 350"/>
              <a:gd name="T17" fmla="*/ 72 h 168"/>
              <a:gd name="T18" fmla="*/ 234 w 350"/>
              <a:gd name="T19" fmla="*/ 71 h 168"/>
              <a:gd name="T20" fmla="*/ 266 w 350"/>
              <a:gd name="T21" fmla="*/ 85 h 168"/>
              <a:gd name="T22" fmla="*/ 222 w 350"/>
              <a:gd name="T23" fmla="*/ 48 h 168"/>
              <a:gd name="T24" fmla="*/ 179 w 350"/>
              <a:gd name="T25" fmla="*/ 73 h 168"/>
              <a:gd name="T26" fmla="*/ 178 w 350"/>
              <a:gd name="T27" fmla="*/ 76 h 168"/>
              <a:gd name="T28" fmla="*/ 122 w 350"/>
              <a:gd name="T29" fmla="*/ 60 h 168"/>
              <a:gd name="T30" fmla="*/ 178 w 350"/>
              <a:gd name="T31" fmla="*/ 41 h 168"/>
              <a:gd name="T32" fmla="*/ 153 w 350"/>
              <a:gd name="T33" fmla="*/ 0 h 168"/>
              <a:gd name="T34" fmla="*/ 97 w 350"/>
              <a:gd name="T35" fmla="*/ 2 h 168"/>
              <a:gd name="T36" fmla="*/ 72 w 350"/>
              <a:gd name="T37" fmla="*/ 73 h 168"/>
              <a:gd name="T38" fmla="*/ 25 w 350"/>
              <a:gd name="T39" fmla="*/ 73 h 168"/>
              <a:gd name="T40" fmla="*/ 0 w 350"/>
              <a:gd name="T41" fmla="*/ 2 h 168"/>
              <a:gd name="T42" fmla="*/ 48 w 350"/>
              <a:gd name="T43" fmla="*/ 119 h 168"/>
              <a:gd name="T44" fmla="*/ 97 w 350"/>
              <a:gd name="T45" fmla="*/ 64 h 168"/>
              <a:gd name="T46" fmla="*/ 187 w 350"/>
              <a:gd name="T47" fmla="*/ 107 h 168"/>
              <a:gd name="T48" fmla="*/ 214 w 350"/>
              <a:gd name="T49" fmla="*/ 117 h 168"/>
              <a:gd name="T50" fmla="*/ 242 w 350"/>
              <a:gd name="T51" fmla="*/ 125 h 168"/>
              <a:gd name="T52" fmla="*/ 237 w 350"/>
              <a:gd name="T53" fmla="*/ 147 h 168"/>
              <a:gd name="T54" fmla="*/ 203 w 350"/>
              <a:gd name="T55" fmla="*/ 141 h 168"/>
              <a:gd name="T56" fmla="*/ 176 w 350"/>
              <a:gd name="T57" fmla="*/ 130 h 168"/>
              <a:gd name="T58" fmla="*/ 224 w 350"/>
              <a:gd name="T59" fmla="*/ 168 h 168"/>
              <a:gd name="T60" fmla="*/ 270 w 350"/>
              <a:gd name="T61" fmla="*/ 134 h 168"/>
              <a:gd name="T62" fmla="*/ 295 w 350"/>
              <a:gd name="T63" fmla="*/ 166 h 168"/>
              <a:gd name="T64" fmla="*/ 343 w 350"/>
              <a:gd name="T65" fmla="*/ 119 h 168"/>
              <a:gd name="T66" fmla="*/ 295 w 350"/>
              <a:gd name="T67" fmla="*/ 99 h 168"/>
              <a:gd name="T68" fmla="*/ 350 w 350"/>
              <a:gd name="T69" fmla="*/ 73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50" h="168">
                <a:moveTo>
                  <a:pt x="350" y="73"/>
                </a:moveTo>
                <a:cubicBezTo>
                  <a:pt x="350" y="52"/>
                  <a:pt x="350" y="52"/>
                  <a:pt x="350" y="52"/>
                </a:cubicBezTo>
                <a:cubicBezTo>
                  <a:pt x="270" y="52"/>
                  <a:pt x="270" y="52"/>
                  <a:pt x="270" y="52"/>
                </a:cubicBezTo>
                <a:cubicBezTo>
                  <a:pt x="270" y="130"/>
                  <a:pt x="270" y="130"/>
                  <a:pt x="270" y="130"/>
                </a:cubicBezTo>
                <a:cubicBezTo>
                  <a:pt x="269" y="121"/>
                  <a:pt x="266" y="114"/>
                  <a:pt x="260" y="109"/>
                </a:cubicBezTo>
                <a:cubicBezTo>
                  <a:pt x="255" y="105"/>
                  <a:pt x="249" y="102"/>
                  <a:pt x="240" y="100"/>
                </a:cubicBezTo>
                <a:cubicBezTo>
                  <a:pt x="220" y="96"/>
                  <a:pt x="220" y="96"/>
                  <a:pt x="220" y="96"/>
                </a:cubicBezTo>
                <a:cubicBezTo>
                  <a:pt x="213" y="94"/>
                  <a:pt x="208" y="92"/>
                  <a:pt x="205" y="91"/>
                </a:cubicBezTo>
                <a:cubicBezTo>
                  <a:pt x="203" y="90"/>
                  <a:pt x="201" y="88"/>
                  <a:pt x="201" y="86"/>
                </a:cubicBezTo>
                <a:cubicBezTo>
                  <a:pt x="201" y="86"/>
                  <a:pt x="201" y="86"/>
                  <a:pt x="201" y="86"/>
                </a:cubicBezTo>
                <a:cubicBezTo>
                  <a:pt x="201" y="86"/>
                  <a:pt x="201" y="86"/>
                  <a:pt x="201" y="86"/>
                </a:cubicBezTo>
                <a:cubicBezTo>
                  <a:pt x="200" y="85"/>
                  <a:pt x="200" y="83"/>
                  <a:pt x="200" y="82"/>
                </a:cubicBezTo>
                <a:cubicBezTo>
                  <a:pt x="200" y="78"/>
                  <a:pt x="201" y="75"/>
                  <a:pt x="203" y="73"/>
                </a:cubicBezTo>
                <a:cubicBezTo>
                  <a:pt x="203" y="73"/>
                  <a:pt x="203" y="73"/>
                  <a:pt x="203" y="73"/>
                </a:cubicBezTo>
                <a:cubicBezTo>
                  <a:pt x="203" y="73"/>
                  <a:pt x="203" y="73"/>
                  <a:pt x="203" y="73"/>
                </a:cubicBezTo>
                <a:cubicBezTo>
                  <a:pt x="203" y="73"/>
                  <a:pt x="203" y="73"/>
                  <a:pt x="203" y="73"/>
                </a:cubicBezTo>
                <a:cubicBezTo>
                  <a:pt x="203" y="73"/>
                  <a:pt x="203" y="73"/>
                  <a:pt x="203" y="73"/>
                </a:cubicBezTo>
                <a:cubicBezTo>
                  <a:pt x="204" y="72"/>
                  <a:pt x="205" y="72"/>
                  <a:pt x="205" y="72"/>
                </a:cubicBezTo>
                <a:cubicBezTo>
                  <a:pt x="209" y="69"/>
                  <a:pt x="214" y="68"/>
                  <a:pt x="220" y="68"/>
                </a:cubicBezTo>
                <a:cubicBezTo>
                  <a:pt x="226" y="68"/>
                  <a:pt x="231" y="69"/>
                  <a:pt x="234" y="71"/>
                </a:cubicBezTo>
                <a:cubicBezTo>
                  <a:pt x="240" y="74"/>
                  <a:pt x="243" y="78"/>
                  <a:pt x="243" y="85"/>
                </a:cubicBezTo>
                <a:cubicBezTo>
                  <a:pt x="266" y="85"/>
                  <a:pt x="266" y="85"/>
                  <a:pt x="266" y="85"/>
                </a:cubicBezTo>
                <a:cubicBezTo>
                  <a:pt x="266" y="73"/>
                  <a:pt x="261" y="64"/>
                  <a:pt x="253" y="58"/>
                </a:cubicBezTo>
                <a:cubicBezTo>
                  <a:pt x="244" y="51"/>
                  <a:pt x="234" y="48"/>
                  <a:pt x="222" y="48"/>
                </a:cubicBezTo>
                <a:cubicBezTo>
                  <a:pt x="207" y="48"/>
                  <a:pt x="196" y="52"/>
                  <a:pt x="189" y="58"/>
                </a:cubicBezTo>
                <a:cubicBezTo>
                  <a:pt x="184" y="62"/>
                  <a:pt x="181" y="67"/>
                  <a:pt x="179" y="73"/>
                </a:cubicBezTo>
                <a:cubicBezTo>
                  <a:pt x="179" y="73"/>
                  <a:pt x="179" y="73"/>
                  <a:pt x="179" y="73"/>
                </a:cubicBezTo>
                <a:cubicBezTo>
                  <a:pt x="179" y="74"/>
                  <a:pt x="179" y="75"/>
                  <a:pt x="178" y="76"/>
                </a:cubicBezTo>
                <a:cubicBezTo>
                  <a:pt x="176" y="89"/>
                  <a:pt x="167" y="98"/>
                  <a:pt x="153" y="98"/>
                </a:cubicBezTo>
                <a:cubicBezTo>
                  <a:pt x="131" y="98"/>
                  <a:pt x="122" y="79"/>
                  <a:pt x="122" y="60"/>
                </a:cubicBezTo>
                <a:cubicBezTo>
                  <a:pt x="122" y="40"/>
                  <a:pt x="131" y="21"/>
                  <a:pt x="153" y="21"/>
                </a:cubicBezTo>
                <a:cubicBezTo>
                  <a:pt x="166" y="21"/>
                  <a:pt x="176" y="29"/>
                  <a:pt x="178" y="41"/>
                </a:cubicBezTo>
                <a:cubicBezTo>
                  <a:pt x="202" y="41"/>
                  <a:pt x="202" y="41"/>
                  <a:pt x="202" y="41"/>
                </a:cubicBezTo>
                <a:cubicBezTo>
                  <a:pt x="199" y="14"/>
                  <a:pt x="178" y="0"/>
                  <a:pt x="153" y="0"/>
                </a:cubicBezTo>
                <a:cubicBezTo>
                  <a:pt x="119" y="0"/>
                  <a:pt x="99" y="24"/>
                  <a:pt x="97" y="55"/>
                </a:cubicBezTo>
                <a:cubicBezTo>
                  <a:pt x="97" y="2"/>
                  <a:pt x="97" y="2"/>
                  <a:pt x="97" y="2"/>
                </a:cubicBezTo>
                <a:cubicBezTo>
                  <a:pt x="72" y="2"/>
                  <a:pt x="72" y="2"/>
                  <a:pt x="72" y="2"/>
                </a:cubicBezTo>
                <a:cubicBezTo>
                  <a:pt x="72" y="73"/>
                  <a:pt x="72" y="73"/>
                  <a:pt x="72" y="73"/>
                </a:cubicBezTo>
                <a:cubicBezTo>
                  <a:pt x="72" y="90"/>
                  <a:pt x="66" y="98"/>
                  <a:pt x="48" y="98"/>
                </a:cubicBezTo>
                <a:cubicBezTo>
                  <a:pt x="28" y="98"/>
                  <a:pt x="25" y="86"/>
                  <a:pt x="25" y="73"/>
                </a:cubicBezTo>
                <a:cubicBezTo>
                  <a:pt x="25" y="2"/>
                  <a:pt x="25" y="2"/>
                  <a:pt x="25" y="2"/>
                </a:cubicBezTo>
                <a:cubicBezTo>
                  <a:pt x="0" y="2"/>
                  <a:pt x="0" y="2"/>
                  <a:pt x="0" y="2"/>
                </a:cubicBezTo>
                <a:cubicBezTo>
                  <a:pt x="0" y="73"/>
                  <a:pt x="0" y="73"/>
                  <a:pt x="0" y="73"/>
                </a:cubicBezTo>
                <a:cubicBezTo>
                  <a:pt x="0" y="104"/>
                  <a:pt x="18" y="119"/>
                  <a:pt x="48" y="119"/>
                </a:cubicBezTo>
                <a:cubicBezTo>
                  <a:pt x="79" y="119"/>
                  <a:pt x="97" y="104"/>
                  <a:pt x="97" y="73"/>
                </a:cubicBezTo>
                <a:cubicBezTo>
                  <a:pt x="97" y="64"/>
                  <a:pt x="97" y="64"/>
                  <a:pt x="97" y="64"/>
                </a:cubicBezTo>
                <a:cubicBezTo>
                  <a:pt x="99" y="95"/>
                  <a:pt x="119" y="119"/>
                  <a:pt x="153" y="119"/>
                </a:cubicBezTo>
                <a:cubicBezTo>
                  <a:pt x="167" y="119"/>
                  <a:pt x="179" y="115"/>
                  <a:pt x="187" y="107"/>
                </a:cubicBezTo>
                <a:cubicBezTo>
                  <a:pt x="188" y="107"/>
                  <a:pt x="189" y="108"/>
                  <a:pt x="189" y="108"/>
                </a:cubicBezTo>
                <a:cubicBezTo>
                  <a:pt x="194" y="111"/>
                  <a:pt x="202" y="114"/>
                  <a:pt x="214" y="117"/>
                </a:cubicBezTo>
                <a:cubicBezTo>
                  <a:pt x="226" y="119"/>
                  <a:pt x="226" y="119"/>
                  <a:pt x="226" y="119"/>
                </a:cubicBezTo>
                <a:cubicBezTo>
                  <a:pt x="234" y="121"/>
                  <a:pt x="239" y="123"/>
                  <a:pt x="242" y="125"/>
                </a:cubicBezTo>
                <a:cubicBezTo>
                  <a:pt x="245" y="127"/>
                  <a:pt x="247" y="130"/>
                  <a:pt x="247" y="133"/>
                </a:cubicBezTo>
                <a:cubicBezTo>
                  <a:pt x="247" y="140"/>
                  <a:pt x="244" y="144"/>
                  <a:pt x="237" y="147"/>
                </a:cubicBezTo>
                <a:cubicBezTo>
                  <a:pt x="233" y="148"/>
                  <a:pt x="229" y="148"/>
                  <a:pt x="223" y="148"/>
                </a:cubicBezTo>
                <a:cubicBezTo>
                  <a:pt x="213" y="148"/>
                  <a:pt x="207" y="146"/>
                  <a:pt x="203" y="141"/>
                </a:cubicBezTo>
                <a:cubicBezTo>
                  <a:pt x="201" y="139"/>
                  <a:pt x="199" y="135"/>
                  <a:pt x="198" y="130"/>
                </a:cubicBezTo>
                <a:cubicBezTo>
                  <a:pt x="176" y="130"/>
                  <a:pt x="176" y="130"/>
                  <a:pt x="176" y="130"/>
                </a:cubicBezTo>
                <a:cubicBezTo>
                  <a:pt x="176" y="142"/>
                  <a:pt x="180" y="151"/>
                  <a:pt x="189" y="158"/>
                </a:cubicBezTo>
                <a:cubicBezTo>
                  <a:pt x="197" y="164"/>
                  <a:pt x="209" y="168"/>
                  <a:pt x="224" y="168"/>
                </a:cubicBezTo>
                <a:cubicBezTo>
                  <a:pt x="239" y="168"/>
                  <a:pt x="250" y="164"/>
                  <a:pt x="258" y="158"/>
                </a:cubicBezTo>
                <a:cubicBezTo>
                  <a:pt x="265" y="151"/>
                  <a:pt x="269" y="143"/>
                  <a:pt x="270" y="134"/>
                </a:cubicBezTo>
                <a:cubicBezTo>
                  <a:pt x="270" y="166"/>
                  <a:pt x="270" y="166"/>
                  <a:pt x="270" y="166"/>
                </a:cubicBezTo>
                <a:cubicBezTo>
                  <a:pt x="295" y="166"/>
                  <a:pt x="295" y="166"/>
                  <a:pt x="295" y="166"/>
                </a:cubicBezTo>
                <a:cubicBezTo>
                  <a:pt x="295" y="119"/>
                  <a:pt x="295" y="119"/>
                  <a:pt x="295" y="119"/>
                </a:cubicBezTo>
                <a:cubicBezTo>
                  <a:pt x="343" y="119"/>
                  <a:pt x="343" y="119"/>
                  <a:pt x="343" y="119"/>
                </a:cubicBezTo>
                <a:cubicBezTo>
                  <a:pt x="343" y="99"/>
                  <a:pt x="343" y="99"/>
                  <a:pt x="343" y="99"/>
                </a:cubicBezTo>
                <a:cubicBezTo>
                  <a:pt x="295" y="99"/>
                  <a:pt x="295" y="99"/>
                  <a:pt x="295" y="99"/>
                </a:cubicBezTo>
                <a:cubicBezTo>
                  <a:pt x="295" y="73"/>
                  <a:pt x="295" y="73"/>
                  <a:pt x="295" y="73"/>
                </a:cubicBezTo>
                <a:lnTo>
                  <a:pt x="350" y="73"/>
                </a:lnTo>
                <a:close/>
              </a:path>
            </a:pathLst>
          </a:custGeom>
          <a:solidFill>
            <a:schemeClr val="tx1"/>
          </a:solidFill>
          <a:ln>
            <a:noFill/>
          </a:ln>
        </p:spPr>
        <p:txBody>
          <a:bodyPr vert="horz" wrap="square" lIns="121920" tIns="60960" rIns="121920" bIns="60960" numCol="1" anchor="t" anchorCtr="0" compatLnSpc="1">
            <a:prstTxWarp prst="textNoShape">
              <a:avLst/>
            </a:prstTxWarp>
          </a:bodyPr>
          <a:lstStyle/>
          <a:p>
            <a:endParaRPr lang="en-US" sz="2400" b="0" i="0" dirty="0">
              <a:latin typeface="Arial" panose="020B0604020202020204" pitchFamily="34" charset="0"/>
              <a:ea typeface="Helvetica Neue" panose="02000503000000020004" pitchFamily="2" charset="0"/>
              <a:cs typeface="Arial" panose="020B0604020202020204" pitchFamily="34" charset="0"/>
            </a:endParaRPr>
          </a:p>
        </p:txBody>
      </p:sp>
      <p:sp>
        <p:nvSpPr>
          <p:cNvPr id="10" name="Text Placeholder 3">
            <a:extLst>
              <a:ext uri="{FF2B5EF4-FFF2-40B4-BE49-F238E27FC236}">
                <a16:creationId xmlns:a16="http://schemas.microsoft.com/office/drawing/2014/main" id="{77A11AC4-0317-9648-9B11-2E4A9F79415E}"/>
              </a:ext>
            </a:extLst>
          </p:cNvPr>
          <p:cNvSpPr>
            <a:spLocks noGrp="1"/>
          </p:cNvSpPr>
          <p:nvPr>
            <p:ph type="body" idx="1"/>
          </p:nvPr>
        </p:nvSpPr>
        <p:spPr>
          <a:xfrm>
            <a:off x="612914" y="1868557"/>
            <a:ext cx="10850220" cy="3909393"/>
          </a:xfrm>
          <a:prstGeom prst="rect">
            <a:avLst/>
          </a:prstGeom>
        </p:spPr>
        <p:txBody>
          <a:bodyPr vert="horz" lIns="91440" tIns="45720" rIns="9144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4" name="Title Placeholder 1">
            <a:extLst>
              <a:ext uri="{FF2B5EF4-FFF2-40B4-BE49-F238E27FC236}">
                <a16:creationId xmlns:a16="http://schemas.microsoft.com/office/drawing/2014/main" id="{EEA57C94-8CEE-E147-BA04-64415375E2D2}"/>
              </a:ext>
            </a:extLst>
          </p:cNvPr>
          <p:cNvSpPr>
            <a:spLocks noGrp="1"/>
          </p:cNvSpPr>
          <p:nvPr>
            <p:ph type="title"/>
          </p:nvPr>
        </p:nvSpPr>
        <p:spPr>
          <a:xfrm>
            <a:off x="604780" y="425002"/>
            <a:ext cx="10898107" cy="611449"/>
          </a:xfrm>
          <a:prstGeom prst="rect">
            <a:avLst/>
          </a:prstGeom>
        </p:spPr>
        <p:txBody>
          <a:bodyPr vert="horz" wrap="square" lIns="91440" tIns="45720" rIns="91440" bIns="45720" rtlCol="0" anchor="t" anchorCtr="0">
            <a:noAutofit/>
          </a:bodyPr>
          <a:lstStyle/>
          <a:p>
            <a:r>
              <a:rPr lang="en-US" dirty="0"/>
              <a:t>Slide Title Here</a:t>
            </a:r>
          </a:p>
        </p:txBody>
      </p:sp>
      <p:pic>
        <p:nvPicPr>
          <p:cNvPr id="2052" name="Picture 4" descr="TRAC - Johns Hopkins University Center for Tuberculosis Research">
            <a:extLst>
              <a:ext uri="{FF2B5EF4-FFF2-40B4-BE49-F238E27FC236}">
                <a16:creationId xmlns:a16="http://schemas.microsoft.com/office/drawing/2014/main" id="{893A352E-5CFF-FFEC-87BC-5227A294B183}"/>
              </a:ext>
            </a:extLst>
          </p:cNvPr>
          <p:cNvPicPr>
            <a:picLocks noChangeAspect="1" noChangeArrowheads="1"/>
          </p:cNvPicPr>
          <p:nvPr userDrawn="1"/>
        </p:nvPicPr>
        <p:blipFill>
          <a:blip r:embed="rId35">
            <a:extLst>
              <a:ext uri="{28A0092B-C50C-407E-A947-70E740481C1C}">
                <a14:useLocalDpi xmlns:a14="http://schemas.microsoft.com/office/drawing/2010/main" val="0"/>
              </a:ext>
            </a:extLst>
          </a:blip>
          <a:srcRect/>
          <a:stretch>
            <a:fillRect/>
          </a:stretch>
        </p:blipFill>
        <p:spPr bwMode="auto">
          <a:xfrm>
            <a:off x="9650026" y="6321114"/>
            <a:ext cx="1304051" cy="4549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15926768"/>
      </p:ext>
    </p:extLst>
  </p:cSld>
  <p:clrMap bg1="lt1" tx1="dk1" bg2="lt2" tx2="dk2" accent1="accent1" accent2="accent2" accent3="accent3" accent4="accent4" accent5="accent5" accent6="accent6" hlink="hlink" folHlink="folHlink"/>
  <p:sldLayoutIdLst>
    <p:sldLayoutId id="2147483713" r:id="rId1"/>
    <p:sldLayoutId id="2147483714" r:id="rId2"/>
    <p:sldLayoutId id="2147483715" r:id="rId3"/>
    <p:sldLayoutId id="2147483716" r:id="rId4"/>
    <p:sldLayoutId id="2147483717" r:id="rId5"/>
    <p:sldLayoutId id="2147483718" r:id="rId6"/>
    <p:sldLayoutId id="2147483719" r:id="rId7"/>
    <p:sldLayoutId id="2147483720" r:id="rId8"/>
    <p:sldLayoutId id="2147483721" r:id="rId9"/>
    <p:sldLayoutId id="2147483722" r:id="rId10"/>
    <p:sldLayoutId id="2147483723" r:id="rId11"/>
    <p:sldLayoutId id="2147483724" r:id="rId12"/>
    <p:sldLayoutId id="2147483725" r:id="rId13"/>
    <p:sldLayoutId id="2147483726" r:id="rId14"/>
    <p:sldLayoutId id="2147483727" r:id="rId15"/>
    <p:sldLayoutId id="2147483728" r:id="rId16"/>
    <p:sldLayoutId id="2147483729" r:id="rId17"/>
    <p:sldLayoutId id="2147483730" r:id="rId18"/>
    <p:sldLayoutId id="2147483731" r:id="rId19"/>
    <p:sldLayoutId id="2147483732" r:id="rId20"/>
    <p:sldLayoutId id="2147483733" r:id="rId21"/>
    <p:sldLayoutId id="2147483734" r:id="rId22"/>
    <p:sldLayoutId id="2147483735" r:id="rId23"/>
    <p:sldLayoutId id="2147483736" r:id="rId24"/>
    <p:sldLayoutId id="2147483737" r:id="rId25"/>
    <p:sldLayoutId id="2147483738" r:id="rId26"/>
    <p:sldLayoutId id="2147483739" r:id="rId27"/>
    <p:sldLayoutId id="2147483740" r:id="rId28"/>
    <p:sldLayoutId id="2147483741" r:id="rId29"/>
    <p:sldLayoutId id="2147483742" r:id="rId30"/>
    <p:sldLayoutId id="2147483743" r:id="rId31"/>
    <p:sldLayoutId id="2147483744" r:id="rId32"/>
    <p:sldLayoutId id="2147483745" r:id="rId33"/>
  </p:sldLayoutIdLst>
  <p:transition>
    <p:fade/>
  </p:transition>
  <p:hf sldNum="0" hdr="0" ftr="0" dt="0"/>
  <p:txStyles>
    <p:titleStyle>
      <a:lvl1pPr algn="l" defTabSz="1219140" rtl="0" eaLnBrk="1" latinLnBrk="0" hangingPunct="1">
        <a:lnSpc>
          <a:spcPct val="85000"/>
        </a:lnSpc>
        <a:spcBef>
          <a:spcPct val="0"/>
        </a:spcBef>
        <a:buNone/>
        <a:defRPr lang="en-US" sz="4800" b="0" i="0" kern="1200" cap="none" spc="0" baseline="0" dirty="0" smtClean="0">
          <a:solidFill>
            <a:schemeClr val="tx1"/>
          </a:solidFill>
          <a:latin typeface="Garamond" panose="02020404030301010803" pitchFamily="18" charset="0"/>
          <a:ea typeface="Helvetica Neue" panose="02000503000000020004" pitchFamily="2" charset="0"/>
          <a:cs typeface="Arial" panose="020B0604020202020204" pitchFamily="34" charset="0"/>
        </a:defRPr>
      </a:lvl1pPr>
    </p:titleStyle>
    <p:bodyStyle>
      <a:lvl1pPr marL="311135" indent="-311135" algn="l" defTabSz="853397" rtl="0" eaLnBrk="1" latinLnBrk="0" hangingPunct="1">
        <a:lnSpc>
          <a:spcPct val="100000"/>
        </a:lnSpc>
        <a:spcBef>
          <a:spcPts val="0"/>
        </a:spcBef>
        <a:spcAft>
          <a:spcPts val="800"/>
        </a:spcAft>
        <a:buClr>
          <a:schemeClr val="accent1"/>
        </a:buClr>
        <a:buSzPct val="80000"/>
        <a:buFont typeface="Wingdings" charset="2"/>
        <a:buChar char="§"/>
        <a:tabLst/>
        <a:defRPr lang="en-US" sz="2933" b="0" i="0" kern="1200" dirty="0" smtClean="0">
          <a:solidFill>
            <a:schemeClr val="tx1"/>
          </a:solidFill>
          <a:latin typeface="Arial" panose="020B0604020202020204" pitchFamily="34" charset="0"/>
          <a:ea typeface="Helvetica Neue" panose="02000503000000020004" pitchFamily="2" charset="0"/>
          <a:cs typeface="Arial" panose="020B0604020202020204" pitchFamily="34" charset="0"/>
        </a:defRPr>
      </a:lvl1pPr>
      <a:lvl2pPr marL="696349" indent="-302668" algn="l" defTabSz="853397" rtl="0" eaLnBrk="1" latinLnBrk="0" hangingPunct="1">
        <a:lnSpc>
          <a:spcPct val="100000"/>
        </a:lnSpc>
        <a:spcBef>
          <a:spcPts val="0"/>
        </a:spcBef>
        <a:spcAft>
          <a:spcPts val="800"/>
        </a:spcAft>
        <a:buClr>
          <a:schemeClr val="tx2"/>
        </a:buClr>
        <a:buSzPct val="100000"/>
        <a:buFont typeface=".AppleSystemUIFont" charset="0"/>
        <a:buChar char="-"/>
        <a:tabLst/>
        <a:defRPr lang="en-US" sz="2667" b="0" i="0" kern="1200" dirty="0" smtClean="0">
          <a:solidFill>
            <a:schemeClr val="tx1"/>
          </a:solidFill>
          <a:latin typeface="Arial" panose="020B0604020202020204" pitchFamily="34" charset="0"/>
          <a:ea typeface="Helvetica Neue" panose="02000503000000020004" pitchFamily="2" charset="0"/>
          <a:cs typeface="Arial" panose="020B0604020202020204" pitchFamily="34" charset="0"/>
        </a:defRPr>
      </a:lvl2pPr>
      <a:lvl3pPr marL="994783" indent="-222240" algn="l" defTabSz="853397" rtl="0" eaLnBrk="1" latinLnBrk="0" hangingPunct="1">
        <a:lnSpc>
          <a:spcPct val="100000"/>
        </a:lnSpc>
        <a:spcBef>
          <a:spcPts val="0"/>
        </a:spcBef>
        <a:spcAft>
          <a:spcPts val="800"/>
        </a:spcAft>
        <a:buClr>
          <a:schemeClr val="accent1"/>
        </a:buClr>
        <a:buSzPct val="80000"/>
        <a:buFont typeface="Wingdings" charset="2"/>
        <a:buChar char="§"/>
        <a:tabLst/>
        <a:defRPr lang="en-US" sz="2400" b="0" i="0" kern="1200" dirty="0" smtClean="0">
          <a:solidFill>
            <a:schemeClr val="tx1"/>
          </a:solidFill>
          <a:latin typeface="Arial" panose="020B0604020202020204" pitchFamily="34" charset="0"/>
          <a:ea typeface="Helvetica Neue" panose="02000503000000020004" pitchFamily="2" charset="0"/>
          <a:cs typeface="Arial" panose="020B0604020202020204" pitchFamily="34" charset="0"/>
        </a:defRPr>
      </a:lvl3pPr>
      <a:lvl4pPr marL="1305918" indent="-230706" algn="l" defTabSz="853397" rtl="0" eaLnBrk="1" latinLnBrk="0" hangingPunct="1">
        <a:lnSpc>
          <a:spcPct val="100000"/>
        </a:lnSpc>
        <a:spcBef>
          <a:spcPts val="0"/>
        </a:spcBef>
        <a:spcAft>
          <a:spcPts val="800"/>
        </a:spcAft>
        <a:buClr>
          <a:schemeClr val="tx2"/>
        </a:buClr>
        <a:buSzPct val="100000"/>
        <a:buFont typeface=".AppleSystemUIFont" charset="0"/>
        <a:buChar char="-"/>
        <a:tabLst/>
        <a:defRPr lang="en-US" sz="2133" b="0" i="0" kern="1200" dirty="0" smtClean="0">
          <a:solidFill>
            <a:schemeClr val="tx1"/>
          </a:solidFill>
          <a:latin typeface="Arial" panose="020B0604020202020204" pitchFamily="34" charset="0"/>
          <a:ea typeface="Helvetica Neue" panose="02000503000000020004" pitchFamily="2" charset="0"/>
          <a:cs typeface="Arial" panose="020B0604020202020204" pitchFamily="34" charset="0"/>
        </a:defRPr>
      </a:lvl4pPr>
      <a:lvl5pPr marL="1750396" indent="-302668" algn="l" defTabSz="853397" rtl="0" eaLnBrk="1" latinLnBrk="0" hangingPunct="1">
        <a:lnSpc>
          <a:spcPct val="200000"/>
        </a:lnSpc>
        <a:spcBef>
          <a:spcPts val="0"/>
        </a:spcBef>
        <a:buClr>
          <a:srgbClr val="18A3AC"/>
        </a:buClr>
        <a:buSzPct val="80000"/>
        <a:buFont typeface="Wingdings" charset="2"/>
        <a:buChar char="§"/>
        <a:defRPr lang="en-US" sz="2667" b="0" kern="1200" dirty="0">
          <a:solidFill>
            <a:schemeClr val="tx1"/>
          </a:solidFill>
          <a:latin typeface="+mj-lt"/>
          <a:ea typeface="+mn-ea"/>
          <a:cs typeface="+mn-cs"/>
        </a:defRPr>
      </a:lvl5pPr>
      <a:lvl6pPr marL="3352632" indent="-304784" algn="l" defTabSz="121914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202" indent="-304784" algn="l" defTabSz="121914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772" indent="-304784" algn="l" defTabSz="121914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341" indent="-304784" algn="l" defTabSz="1219140" rtl="0" eaLnBrk="1" latinLnBrk="0"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en-US"/>
      </a:defPPr>
      <a:lvl1pPr marL="0" algn="l" defTabSz="1219140" rtl="0" eaLnBrk="1" latinLnBrk="0" hangingPunct="1">
        <a:defRPr sz="2400" kern="1200">
          <a:solidFill>
            <a:schemeClr val="tx1"/>
          </a:solidFill>
          <a:latin typeface="+mn-lt"/>
          <a:ea typeface="+mn-ea"/>
          <a:cs typeface="+mn-cs"/>
        </a:defRPr>
      </a:lvl1pPr>
      <a:lvl2pPr marL="609570" algn="l" defTabSz="1219140" rtl="0" eaLnBrk="1" latinLnBrk="0" hangingPunct="1">
        <a:defRPr sz="2400" kern="1200">
          <a:solidFill>
            <a:schemeClr val="tx1"/>
          </a:solidFill>
          <a:latin typeface="+mn-lt"/>
          <a:ea typeface="+mn-ea"/>
          <a:cs typeface="+mn-cs"/>
        </a:defRPr>
      </a:lvl2pPr>
      <a:lvl3pPr marL="1219140" algn="l" defTabSz="1219140" rtl="0" eaLnBrk="1" latinLnBrk="0" hangingPunct="1">
        <a:defRPr sz="2400" kern="1200">
          <a:solidFill>
            <a:schemeClr val="tx1"/>
          </a:solidFill>
          <a:latin typeface="+mn-lt"/>
          <a:ea typeface="+mn-ea"/>
          <a:cs typeface="+mn-cs"/>
        </a:defRPr>
      </a:lvl3pPr>
      <a:lvl4pPr marL="1828709" algn="l" defTabSz="1219140" rtl="0" eaLnBrk="1" latinLnBrk="0" hangingPunct="1">
        <a:defRPr sz="2400" kern="1200">
          <a:solidFill>
            <a:schemeClr val="tx1"/>
          </a:solidFill>
          <a:latin typeface="+mn-lt"/>
          <a:ea typeface="+mn-ea"/>
          <a:cs typeface="+mn-cs"/>
        </a:defRPr>
      </a:lvl4pPr>
      <a:lvl5pPr marL="2438278" algn="l" defTabSz="1219140" rtl="0" eaLnBrk="1" latinLnBrk="0" hangingPunct="1">
        <a:defRPr sz="2400" kern="1200">
          <a:solidFill>
            <a:schemeClr val="tx1"/>
          </a:solidFill>
          <a:latin typeface="+mn-lt"/>
          <a:ea typeface="+mn-ea"/>
          <a:cs typeface="+mn-cs"/>
        </a:defRPr>
      </a:lvl5pPr>
      <a:lvl6pPr marL="3047848" algn="l" defTabSz="1219140" rtl="0" eaLnBrk="1" latinLnBrk="0" hangingPunct="1">
        <a:defRPr sz="2400" kern="1200">
          <a:solidFill>
            <a:schemeClr val="tx1"/>
          </a:solidFill>
          <a:latin typeface="+mn-lt"/>
          <a:ea typeface="+mn-ea"/>
          <a:cs typeface="+mn-cs"/>
        </a:defRPr>
      </a:lvl6pPr>
      <a:lvl7pPr marL="3657418" algn="l" defTabSz="1219140" rtl="0" eaLnBrk="1" latinLnBrk="0" hangingPunct="1">
        <a:defRPr sz="2400" kern="1200">
          <a:solidFill>
            <a:schemeClr val="tx1"/>
          </a:solidFill>
          <a:latin typeface="+mn-lt"/>
          <a:ea typeface="+mn-ea"/>
          <a:cs typeface="+mn-cs"/>
        </a:defRPr>
      </a:lvl7pPr>
      <a:lvl8pPr marL="4266987" algn="l" defTabSz="1219140" rtl="0" eaLnBrk="1" latinLnBrk="0" hangingPunct="1">
        <a:defRPr sz="2400" kern="1200">
          <a:solidFill>
            <a:schemeClr val="tx1"/>
          </a:solidFill>
          <a:latin typeface="+mn-lt"/>
          <a:ea typeface="+mn-ea"/>
          <a:cs typeface="+mn-cs"/>
        </a:defRPr>
      </a:lvl8pPr>
      <a:lvl9pPr marL="4876557" algn="l" defTabSz="1219140" rtl="0" eaLnBrk="1" latinLnBrk="0" hangingPunct="1">
        <a:defRPr sz="24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Text Placeholder 3"/>
          <p:cNvSpPr>
            <a:spLocks noGrp="1"/>
          </p:cNvSpPr>
          <p:nvPr>
            <p:ph type="body" idx="1"/>
          </p:nvPr>
        </p:nvSpPr>
        <p:spPr>
          <a:xfrm>
            <a:off x="612914" y="1868557"/>
            <a:ext cx="10850220" cy="3909393"/>
          </a:xfrm>
          <a:prstGeom prst="rect">
            <a:avLst/>
          </a:prstGeom>
        </p:spPr>
        <p:txBody>
          <a:bodyPr vert="horz" lIns="91440" tIns="45720" rIns="9144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 name="Title Placeholder 1"/>
          <p:cNvSpPr>
            <a:spLocks noGrp="1"/>
          </p:cNvSpPr>
          <p:nvPr>
            <p:ph type="title"/>
          </p:nvPr>
        </p:nvSpPr>
        <p:spPr>
          <a:xfrm>
            <a:off x="604780" y="425002"/>
            <a:ext cx="10898107" cy="611449"/>
          </a:xfrm>
          <a:prstGeom prst="rect">
            <a:avLst/>
          </a:prstGeom>
        </p:spPr>
        <p:txBody>
          <a:bodyPr vert="horz" wrap="square" lIns="91440" tIns="45720" rIns="91440" bIns="45720" rtlCol="0" anchor="t" anchorCtr="0">
            <a:noAutofit/>
          </a:bodyPr>
          <a:lstStyle/>
          <a:p>
            <a:r>
              <a:rPr lang="en-US" dirty="0"/>
              <a:t>Slide Title Here</a:t>
            </a:r>
          </a:p>
        </p:txBody>
      </p:sp>
      <p:sp>
        <p:nvSpPr>
          <p:cNvPr id="11" name="Footer Placeholder 5"/>
          <p:cNvSpPr>
            <a:spLocks noGrp="1"/>
          </p:cNvSpPr>
          <p:nvPr>
            <p:ph type="ftr" sz="quarter" idx="3"/>
          </p:nvPr>
        </p:nvSpPr>
        <p:spPr>
          <a:xfrm>
            <a:off x="730870" y="6470130"/>
            <a:ext cx="5747876" cy="137980"/>
          </a:xfrm>
          <a:prstGeom prst="rect">
            <a:avLst/>
          </a:prstGeom>
        </p:spPr>
        <p:txBody>
          <a:bodyPr vert="horz" wrap="square" lIns="0" tIns="0" rIns="0" bIns="0" rtlCol="0" anchor="b" anchorCtr="0"/>
          <a:lstStyle>
            <a:lvl1pPr algn="l">
              <a:defRPr sz="933" b="0" i="0">
                <a:solidFill>
                  <a:schemeClr val="tx1"/>
                </a:solidFill>
                <a:latin typeface="Arial" panose="020B0604020202020204" pitchFamily="34" charset="0"/>
                <a:cs typeface="Arial" panose="020B0604020202020204" pitchFamily="34" charset="0"/>
              </a:defRPr>
            </a:lvl1pPr>
          </a:lstStyle>
          <a:p>
            <a:r>
              <a:rPr lang="en-US"/>
              <a:t>Presentation Title</a:t>
            </a:r>
            <a:endParaRPr lang="en-US" dirty="0"/>
          </a:p>
        </p:txBody>
      </p:sp>
      <p:sp>
        <p:nvSpPr>
          <p:cNvPr id="12" name="Slide Number Placeholder 6"/>
          <p:cNvSpPr>
            <a:spLocks noGrp="1"/>
          </p:cNvSpPr>
          <p:nvPr>
            <p:ph type="sldNum" sz="quarter" idx="4"/>
          </p:nvPr>
        </p:nvSpPr>
        <p:spPr>
          <a:xfrm>
            <a:off x="362810" y="6453506"/>
            <a:ext cx="328081" cy="155233"/>
          </a:xfrm>
          <a:prstGeom prst="rect">
            <a:avLst/>
          </a:prstGeom>
        </p:spPr>
        <p:txBody>
          <a:bodyPr vert="horz" wrap="square" lIns="0" tIns="0" rIns="0" bIns="0" rtlCol="0" anchor="b" anchorCtr="0"/>
          <a:lstStyle>
            <a:lvl1pPr algn="l">
              <a:defRPr sz="933" b="0" i="0">
                <a:solidFill>
                  <a:schemeClr val="tx1"/>
                </a:solidFill>
                <a:latin typeface="Arial" panose="020B0604020202020204" pitchFamily="34" charset="0"/>
                <a:cs typeface="Arial" panose="020B0604020202020204" pitchFamily="34" charset="0"/>
              </a:defRPr>
            </a:lvl1pPr>
          </a:lstStyle>
          <a:p>
            <a:fld id="{7BCC8D0D-EAEC-449D-9161-023DFF90F2E2}" type="slidenum">
              <a:rPr lang="en-US" smtClean="0"/>
              <a:pPr/>
              <a:t>‹#›</a:t>
            </a:fld>
            <a:endParaRPr lang="en-US" dirty="0"/>
          </a:p>
        </p:txBody>
      </p:sp>
      <p:cxnSp>
        <p:nvCxnSpPr>
          <p:cNvPr id="36" name="Straight Connector 35"/>
          <p:cNvCxnSpPr/>
          <p:nvPr/>
        </p:nvCxnSpPr>
        <p:spPr>
          <a:xfrm>
            <a:off x="486834" y="6250080"/>
            <a:ext cx="11218333" cy="0"/>
          </a:xfrm>
          <a:prstGeom prst="line">
            <a:avLst/>
          </a:prstGeom>
          <a:noFill/>
          <a:ln w="3175" cap="flat">
            <a:solidFill>
              <a:srgbClr val="052049"/>
            </a:solidFill>
            <a:prstDash val="solid"/>
            <a:miter lim="800000"/>
            <a:headEnd/>
            <a:tailEnd/>
          </a:ln>
          <a:extLst>
            <a:ext uri="{909E8E84-426E-40DD-AFC4-6F175D3DCCD1}">
              <a14:hiddenFill xmlns:a14="http://schemas.microsoft.com/office/drawing/2010/main">
                <a:noFill/>
              </a14:hiddenFill>
            </a:ext>
          </a:extLst>
        </p:spPr>
      </p:cxnSp>
      <p:cxnSp>
        <p:nvCxnSpPr>
          <p:cNvPr id="9" name="Straight Connector 8"/>
          <p:cNvCxnSpPr/>
          <p:nvPr/>
        </p:nvCxnSpPr>
        <p:spPr>
          <a:xfrm>
            <a:off x="370417" y="6250080"/>
            <a:ext cx="11460480" cy="0"/>
          </a:xfrm>
          <a:prstGeom prst="line">
            <a:avLst/>
          </a:prstGeom>
          <a:noFill/>
          <a:ln w="3175" cap="flat">
            <a:solidFill>
              <a:srgbClr val="052049"/>
            </a:solidFill>
            <a:prstDash val="solid"/>
            <a:miter lim="800000"/>
            <a:headEnd/>
            <a:tailEnd/>
          </a:ln>
          <a:extLst>
            <a:ext uri="{909E8E84-426E-40DD-AFC4-6F175D3DCCD1}">
              <a14:hiddenFill xmlns:a14="http://schemas.microsoft.com/office/drawing/2010/main">
                <a:noFill/>
              </a14:hiddenFill>
            </a:ext>
          </a:extLst>
        </p:spPr>
      </p:cxnSp>
      <p:sp>
        <p:nvSpPr>
          <p:cNvPr id="13" name="Freeform 77"/>
          <p:cNvSpPr>
            <a:spLocks/>
          </p:cNvSpPr>
          <p:nvPr/>
        </p:nvSpPr>
        <p:spPr bwMode="auto">
          <a:xfrm>
            <a:off x="11190818" y="6400801"/>
            <a:ext cx="641349" cy="308099"/>
          </a:xfrm>
          <a:custGeom>
            <a:avLst/>
            <a:gdLst>
              <a:gd name="T0" fmla="*/ 350 w 350"/>
              <a:gd name="T1" fmla="*/ 52 h 168"/>
              <a:gd name="T2" fmla="*/ 270 w 350"/>
              <a:gd name="T3" fmla="*/ 130 h 168"/>
              <a:gd name="T4" fmla="*/ 240 w 350"/>
              <a:gd name="T5" fmla="*/ 100 h 168"/>
              <a:gd name="T6" fmla="*/ 205 w 350"/>
              <a:gd name="T7" fmla="*/ 91 h 168"/>
              <a:gd name="T8" fmla="*/ 201 w 350"/>
              <a:gd name="T9" fmla="*/ 86 h 168"/>
              <a:gd name="T10" fmla="*/ 200 w 350"/>
              <a:gd name="T11" fmla="*/ 82 h 168"/>
              <a:gd name="T12" fmla="*/ 203 w 350"/>
              <a:gd name="T13" fmla="*/ 73 h 168"/>
              <a:gd name="T14" fmla="*/ 203 w 350"/>
              <a:gd name="T15" fmla="*/ 73 h 168"/>
              <a:gd name="T16" fmla="*/ 205 w 350"/>
              <a:gd name="T17" fmla="*/ 72 h 168"/>
              <a:gd name="T18" fmla="*/ 234 w 350"/>
              <a:gd name="T19" fmla="*/ 71 h 168"/>
              <a:gd name="T20" fmla="*/ 266 w 350"/>
              <a:gd name="T21" fmla="*/ 85 h 168"/>
              <a:gd name="T22" fmla="*/ 222 w 350"/>
              <a:gd name="T23" fmla="*/ 48 h 168"/>
              <a:gd name="T24" fmla="*/ 179 w 350"/>
              <a:gd name="T25" fmla="*/ 73 h 168"/>
              <a:gd name="T26" fmla="*/ 178 w 350"/>
              <a:gd name="T27" fmla="*/ 76 h 168"/>
              <a:gd name="T28" fmla="*/ 122 w 350"/>
              <a:gd name="T29" fmla="*/ 60 h 168"/>
              <a:gd name="T30" fmla="*/ 178 w 350"/>
              <a:gd name="T31" fmla="*/ 41 h 168"/>
              <a:gd name="T32" fmla="*/ 153 w 350"/>
              <a:gd name="T33" fmla="*/ 0 h 168"/>
              <a:gd name="T34" fmla="*/ 97 w 350"/>
              <a:gd name="T35" fmla="*/ 2 h 168"/>
              <a:gd name="T36" fmla="*/ 72 w 350"/>
              <a:gd name="T37" fmla="*/ 73 h 168"/>
              <a:gd name="T38" fmla="*/ 25 w 350"/>
              <a:gd name="T39" fmla="*/ 73 h 168"/>
              <a:gd name="T40" fmla="*/ 0 w 350"/>
              <a:gd name="T41" fmla="*/ 2 h 168"/>
              <a:gd name="T42" fmla="*/ 48 w 350"/>
              <a:gd name="T43" fmla="*/ 119 h 168"/>
              <a:gd name="T44" fmla="*/ 97 w 350"/>
              <a:gd name="T45" fmla="*/ 64 h 168"/>
              <a:gd name="T46" fmla="*/ 187 w 350"/>
              <a:gd name="T47" fmla="*/ 107 h 168"/>
              <a:gd name="T48" fmla="*/ 214 w 350"/>
              <a:gd name="T49" fmla="*/ 117 h 168"/>
              <a:gd name="T50" fmla="*/ 242 w 350"/>
              <a:gd name="T51" fmla="*/ 125 h 168"/>
              <a:gd name="T52" fmla="*/ 237 w 350"/>
              <a:gd name="T53" fmla="*/ 147 h 168"/>
              <a:gd name="T54" fmla="*/ 203 w 350"/>
              <a:gd name="T55" fmla="*/ 141 h 168"/>
              <a:gd name="T56" fmla="*/ 176 w 350"/>
              <a:gd name="T57" fmla="*/ 130 h 168"/>
              <a:gd name="T58" fmla="*/ 224 w 350"/>
              <a:gd name="T59" fmla="*/ 168 h 168"/>
              <a:gd name="T60" fmla="*/ 270 w 350"/>
              <a:gd name="T61" fmla="*/ 134 h 168"/>
              <a:gd name="T62" fmla="*/ 295 w 350"/>
              <a:gd name="T63" fmla="*/ 166 h 168"/>
              <a:gd name="T64" fmla="*/ 343 w 350"/>
              <a:gd name="T65" fmla="*/ 119 h 168"/>
              <a:gd name="T66" fmla="*/ 295 w 350"/>
              <a:gd name="T67" fmla="*/ 99 h 168"/>
              <a:gd name="T68" fmla="*/ 350 w 350"/>
              <a:gd name="T69" fmla="*/ 73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50" h="168">
                <a:moveTo>
                  <a:pt x="350" y="73"/>
                </a:moveTo>
                <a:cubicBezTo>
                  <a:pt x="350" y="52"/>
                  <a:pt x="350" y="52"/>
                  <a:pt x="350" y="52"/>
                </a:cubicBezTo>
                <a:cubicBezTo>
                  <a:pt x="270" y="52"/>
                  <a:pt x="270" y="52"/>
                  <a:pt x="270" y="52"/>
                </a:cubicBezTo>
                <a:cubicBezTo>
                  <a:pt x="270" y="130"/>
                  <a:pt x="270" y="130"/>
                  <a:pt x="270" y="130"/>
                </a:cubicBezTo>
                <a:cubicBezTo>
                  <a:pt x="269" y="121"/>
                  <a:pt x="266" y="114"/>
                  <a:pt x="260" y="109"/>
                </a:cubicBezTo>
                <a:cubicBezTo>
                  <a:pt x="255" y="105"/>
                  <a:pt x="249" y="102"/>
                  <a:pt x="240" y="100"/>
                </a:cubicBezTo>
                <a:cubicBezTo>
                  <a:pt x="220" y="96"/>
                  <a:pt x="220" y="96"/>
                  <a:pt x="220" y="96"/>
                </a:cubicBezTo>
                <a:cubicBezTo>
                  <a:pt x="213" y="94"/>
                  <a:pt x="208" y="92"/>
                  <a:pt x="205" y="91"/>
                </a:cubicBezTo>
                <a:cubicBezTo>
                  <a:pt x="203" y="90"/>
                  <a:pt x="201" y="88"/>
                  <a:pt x="201" y="86"/>
                </a:cubicBezTo>
                <a:cubicBezTo>
                  <a:pt x="201" y="86"/>
                  <a:pt x="201" y="86"/>
                  <a:pt x="201" y="86"/>
                </a:cubicBezTo>
                <a:cubicBezTo>
                  <a:pt x="201" y="86"/>
                  <a:pt x="201" y="86"/>
                  <a:pt x="201" y="86"/>
                </a:cubicBezTo>
                <a:cubicBezTo>
                  <a:pt x="200" y="85"/>
                  <a:pt x="200" y="83"/>
                  <a:pt x="200" y="82"/>
                </a:cubicBezTo>
                <a:cubicBezTo>
                  <a:pt x="200" y="78"/>
                  <a:pt x="201" y="75"/>
                  <a:pt x="203" y="73"/>
                </a:cubicBezTo>
                <a:cubicBezTo>
                  <a:pt x="203" y="73"/>
                  <a:pt x="203" y="73"/>
                  <a:pt x="203" y="73"/>
                </a:cubicBezTo>
                <a:cubicBezTo>
                  <a:pt x="203" y="73"/>
                  <a:pt x="203" y="73"/>
                  <a:pt x="203" y="73"/>
                </a:cubicBezTo>
                <a:cubicBezTo>
                  <a:pt x="203" y="73"/>
                  <a:pt x="203" y="73"/>
                  <a:pt x="203" y="73"/>
                </a:cubicBezTo>
                <a:cubicBezTo>
                  <a:pt x="203" y="73"/>
                  <a:pt x="203" y="73"/>
                  <a:pt x="203" y="73"/>
                </a:cubicBezTo>
                <a:cubicBezTo>
                  <a:pt x="204" y="72"/>
                  <a:pt x="205" y="72"/>
                  <a:pt x="205" y="72"/>
                </a:cubicBezTo>
                <a:cubicBezTo>
                  <a:pt x="209" y="69"/>
                  <a:pt x="214" y="68"/>
                  <a:pt x="220" y="68"/>
                </a:cubicBezTo>
                <a:cubicBezTo>
                  <a:pt x="226" y="68"/>
                  <a:pt x="231" y="69"/>
                  <a:pt x="234" y="71"/>
                </a:cubicBezTo>
                <a:cubicBezTo>
                  <a:pt x="240" y="74"/>
                  <a:pt x="243" y="78"/>
                  <a:pt x="243" y="85"/>
                </a:cubicBezTo>
                <a:cubicBezTo>
                  <a:pt x="266" y="85"/>
                  <a:pt x="266" y="85"/>
                  <a:pt x="266" y="85"/>
                </a:cubicBezTo>
                <a:cubicBezTo>
                  <a:pt x="266" y="73"/>
                  <a:pt x="261" y="64"/>
                  <a:pt x="253" y="58"/>
                </a:cubicBezTo>
                <a:cubicBezTo>
                  <a:pt x="244" y="51"/>
                  <a:pt x="234" y="48"/>
                  <a:pt x="222" y="48"/>
                </a:cubicBezTo>
                <a:cubicBezTo>
                  <a:pt x="207" y="48"/>
                  <a:pt x="196" y="52"/>
                  <a:pt x="189" y="58"/>
                </a:cubicBezTo>
                <a:cubicBezTo>
                  <a:pt x="184" y="62"/>
                  <a:pt x="181" y="67"/>
                  <a:pt x="179" y="73"/>
                </a:cubicBezTo>
                <a:cubicBezTo>
                  <a:pt x="179" y="73"/>
                  <a:pt x="179" y="73"/>
                  <a:pt x="179" y="73"/>
                </a:cubicBezTo>
                <a:cubicBezTo>
                  <a:pt x="179" y="74"/>
                  <a:pt x="179" y="75"/>
                  <a:pt x="178" y="76"/>
                </a:cubicBezTo>
                <a:cubicBezTo>
                  <a:pt x="176" y="89"/>
                  <a:pt x="167" y="98"/>
                  <a:pt x="153" y="98"/>
                </a:cubicBezTo>
                <a:cubicBezTo>
                  <a:pt x="131" y="98"/>
                  <a:pt x="122" y="79"/>
                  <a:pt x="122" y="60"/>
                </a:cubicBezTo>
                <a:cubicBezTo>
                  <a:pt x="122" y="40"/>
                  <a:pt x="131" y="21"/>
                  <a:pt x="153" y="21"/>
                </a:cubicBezTo>
                <a:cubicBezTo>
                  <a:pt x="166" y="21"/>
                  <a:pt x="176" y="29"/>
                  <a:pt x="178" y="41"/>
                </a:cubicBezTo>
                <a:cubicBezTo>
                  <a:pt x="202" y="41"/>
                  <a:pt x="202" y="41"/>
                  <a:pt x="202" y="41"/>
                </a:cubicBezTo>
                <a:cubicBezTo>
                  <a:pt x="199" y="14"/>
                  <a:pt x="178" y="0"/>
                  <a:pt x="153" y="0"/>
                </a:cubicBezTo>
                <a:cubicBezTo>
                  <a:pt x="119" y="0"/>
                  <a:pt x="99" y="24"/>
                  <a:pt x="97" y="55"/>
                </a:cubicBezTo>
                <a:cubicBezTo>
                  <a:pt x="97" y="2"/>
                  <a:pt x="97" y="2"/>
                  <a:pt x="97" y="2"/>
                </a:cubicBezTo>
                <a:cubicBezTo>
                  <a:pt x="72" y="2"/>
                  <a:pt x="72" y="2"/>
                  <a:pt x="72" y="2"/>
                </a:cubicBezTo>
                <a:cubicBezTo>
                  <a:pt x="72" y="73"/>
                  <a:pt x="72" y="73"/>
                  <a:pt x="72" y="73"/>
                </a:cubicBezTo>
                <a:cubicBezTo>
                  <a:pt x="72" y="90"/>
                  <a:pt x="66" y="98"/>
                  <a:pt x="48" y="98"/>
                </a:cubicBezTo>
                <a:cubicBezTo>
                  <a:pt x="28" y="98"/>
                  <a:pt x="25" y="86"/>
                  <a:pt x="25" y="73"/>
                </a:cubicBezTo>
                <a:cubicBezTo>
                  <a:pt x="25" y="2"/>
                  <a:pt x="25" y="2"/>
                  <a:pt x="25" y="2"/>
                </a:cubicBezTo>
                <a:cubicBezTo>
                  <a:pt x="0" y="2"/>
                  <a:pt x="0" y="2"/>
                  <a:pt x="0" y="2"/>
                </a:cubicBezTo>
                <a:cubicBezTo>
                  <a:pt x="0" y="73"/>
                  <a:pt x="0" y="73"/>
                  <a:pt x="0" y="73"/>
                </a:cubicBezTo>
                <a:cubicBezTo>
                  <a:pt x="0" y="104"/>
                  <a:pt x="18" y="119"/>
                  <a:pt x="48" y="119"/>
                </a:cubicBezTo>
                <a:cubicBezTo>
                  <a:pt x="79" y="119"/>
                  <a:pt x="97" y="104"/>
                  <a:pt x="97" y="73"/>
                </a:cubicBezTo>
                <a:cubicBezTo>
                  <a:pt x="97" y="64"/>
                  <a:pt x="97" y="64"/>
                  <a:pt x="97" y="64"/>
                </a:cubicBezTo>
                <a:cubicBezTo>
                  <a:pt x="99" y="95"/>
                  <a:pt x="119" y="119"/>
                  <a:pt x="153" y="119"/>
                </a:cubicBezTo>
                <a:cubicBezTo>
                  <a:pt x="167" y="119"/>
                  <a:pt x="179" y="115"/>
                  <a:pt x="187" y="107"/>
                </a:cubicBezTo>
                <a:cubicBezTo>
                  <a:pt x="188" y="107"/>
                  <a:pt x="189" y="108"/>
                  <a:pt x="189" y="108"/>
                </a:cubicBezTo>
                <a:cubicBezTo>
                  <a:pt x="194" y="111"/>
                  <a:pt x="202" y="114"/>
                  <a:pt x="214" y="117"/>
                </a:cubicBezTo>
                <a:cubicBezTo>
                  <a:pt x="226" y="119"/>
                  <a:pt x="226" y="119"/>
                  <a:pt x="226" y="119"/>
                </a:cubicBezTo>
                <a:cubicBezTo>
                  <a:pt x="234" y="121"/>
                  <a:pt x="239" y="123"/>
                  <a:pt x="242" y="125"/>
                </a:cubicBezTo>
                <a:cubicBezTo>
                  <a:pt x="245" y="127"/>
                  <a:pt x="247" y="130"/>
                  <a:pt x="247" y="133"/>
                </a:cubicBezTo>
                <a:cubicBezTo>
                  <a:pt x="247" y="140"/>
                  <a:pt x="244" y="144"/>
                  <a:pt x="237" y="147"/>
                </a:cubicBezTo>
                <a:cubicBezTo>
                  <a:pt x="233" y="148"/>
                  <a:pt x="229" y="148"/>
                  <a:pt x="223" y="148"/>
                </a:cubicBezTo>
                <a:cubicBezTo>
                  <a:pt x="213" y="148"/>
                  <a:pt x="207" y="146"/>
                  <a:pt x="203" y="141"/>
                </a:cubicBezTo>
                <a:cubicBezTo>
                  <a:pt x="201" y="139"/>
                  <a:pt x="199" y="135"/>
                  <a:pt x="198" y="130"/>
                </a:cubicBezTo>
                <a:cubicBezTo>
                  <a:pt x="176" y="130"/>
                  <a:pt x="176" y="130"/>
                  <a:pt x="176" y="130"/>
                </a:cubicBezTo>
                <a:cubicBezTo>
                  <a:pt x="176" y="142"/>
                  <a:pt x="180" y="151"/>
                  <a:pt x="189" y="158"/>
                </a:cubicBezTo>
                <a:cubicBezTo>
                  <a:pt x="197" y="164"/>
                  <a:pt x="209" y="168"/>
                  <a:pt x="224" y="168"/>
                </a:cubicBezTo>
                <a:cubicBezTo>
                  <a:pt x="239" y="168"/>
                  <a:pt x="250" y="164"/>
                  <a:pt x="258" y="158"/>
                </a:cubicBezTo>
                <a:cubicBezTo>
                  <a:pt x="265" y="151"/>
                  <a:pt x="269" y="143"/>
                  <a:pt x="270" y="134"/>
                </a:cubicBezTo>
                <a:cubicBezTo>
                  <a:pt x="270" y="166"/>
                  <a:pt x="270" y="166"/>
                  <a:pt x="270" y="166"/>
                </a:cubicBezTo>
                <a:cubicBezTo>
                  <a:pt x="295" y="166"/>
                  <a:pt x="295" y="166"/>
                  <a:pt x="295" y="166"/>
                </a:cubicBezTo>
                <a:cubicBezTo>
                  <a:pt x="295" y="119"/>
                  <a:pt x="295" y="119"/>
                  <a:pt x="295" y="119"/>
                </a:cubicBezTo>
                <a:cubicBezTo>
                  <a:pt x="343" y="119"/>
                  <a:pt x="343" y="119"/>
                  <a:pt x="343" y="119"/>
                </a:cubicBezTo>
                <a:cubicBezTo>
                  <a:pt x="343" y="99"/>
                  <a:pt x="343" y="99"/>
                  <a:pt x="343" y="99"/>
                </a:cubicBezTo>
                <a:cubicBezTo>
                  <a:pt x="295" y="99"/>
                  <a:pt x="295" y="99"/>
                  <a:pt x="295" y="99"/>
                </a:cubicBezTo>
                <a:cubicBezTo>
                  <a:pt x="295" y="73"/>
                  <a:pt x="295" y="73"/>
                  <a:pt x="295" y="73"/>
                </a:cubicBezTo>
                <a:lnTo>
                  <a:pt x="350" y="73"/>
                </a:lnTo>
                <a:close/>
              </a:path>
            </a:pathLst>
          </a:custGeom>
          <a:solidFill>
            <a:schemeClr val="tx1"/>
          </a:solidFill>
          <a:ln>
            <a:noFill/>
          </a:ln>
        </p:spPr>
        <p:txBody>
          <a:bodyPr vert="horz" wrap="square" lIns="121920" tIns="60960" rIns="121920" bIns="60960" numCol="1" anchor="t" anchorCtr="0" compatLnSpc="1">
            <a:prstTxWarp prst="textNoShape">
              <a:avLst/>
            </a:prstTxWarp>
          </a:bodyPr>
          <a:lstStyle/>
          <a:p>
            <a:endParaRPr lang="en-US" sz="2400" b="0" i="0" dirty="0">
              <a:latin typeface="Arial" panose="020B0604020202020204" pitchFamily="34" charset="0"/>
            </a:endParaRPr>
          </a:p>
        </p:txBody>
      </p:sp>
    </p:spTree>
    <p:extLst>
      <p:ext uri="{BB962C8B-B14F-4D97-AF65-F5344CB8AC3E}">
        <p14:creationId xmlns:p14="http://schemas.microsoft.com/office/powerpoint/2010/main" val="2297934872"/>
      </p:ext>
    </p:extLst>
  </p:cSld>
  <p:clrMap bg1="lt1" tx1="dk1" bg2="lt2" tx2="dk2" accent1="accent1" accent2="accent2" accent3="accent3" accent4="accent4" accent5="accent5" accent6="accent6" hlink="hlink" folHlink="folHlink"/>
  <p:sldLayoutIdLst>
    <p:sldLayoutId id="2147483747" r:id="rId1"/>
    <p:sldLayoutId id="2147483748" r:id="rId2"/>
    <p:sldLayoutId id="2147483749" r:id="rId3"/>
    <p:sldLayoutId id="2147483750" r:id="rId4"/>
    <p:sldLayoutId id="2147483751" r:id="rId5"/>
    <p:sldLayoutId id="2147483752" r:id="rId6"/>
    <p:sldLayoutId id="2147483753" r:id="rId7"/>
    <p:sldLayoutId id="2147483754" r:id="rId8"/>
    <p:sldLayoutId id="2147483755" r:id="rId9"/>
    <p:sldLayoutId id="2147483756" r:id="rId10"/>
    <p:sldLayoutId id="2147483757" r:id="rId11"/>
    <p:sldLayoutId id="2147483758" r:id="rId12"/>
    <p:sldLayoutId id="2147483759" r:id="rId13"/>
    <p:sldLayoutId id="2147483760" r:id="rId14"/>
    <p:sldLayoutId id="2147483761" r:id="rId15"/>
    <p:sldLayoutId id="2147483762" r:id="rId16"/>
  </p:sldLayoutIdLst>
  <p:transition>
    <p:fade/>
  </p:transition>
  <p:hf hdr="0"/>
  <p:txStyles>
    <p:titleStyle>
      <a:lvl1pPr algn="l" defTabSz="1219140" rtl="0" eaLnBrk="1" latinLnBrk="0" hangingPunct="1">
        <a:lnSpc>
          <a:spcPct val="85000"/>
        </a:lnSpc>
        <a:spcBef>
          <a:spcPct val="0"/>
        </a:spcBef>
        <a:buNone/>
        <a:defRPr lang="en-US" sz="4800" b="0" i="0" kern="1200" cap="none" spc="0" baseline="0" dirty="0" smtClean="0">
          <a:solidFill>
            <a:schemeClr val="tx1"/>
          </a:solidFill>
          <a:latin typeface="Garamond" panose="02020404030301010803" pitchFamily="18" charset="0"/>
          <a:ea typeface="Helvetica Neue" panose="02000503000000020004" pitchFamily="2" charset="0"/>
          <a:cs typeface="Arial" panose="020B0604020202020204" pitchFamily="34" charset="0"/>
        </a:defRPr>
      </a:lvl1pPr>
    </p:titleStyle>
    <p:bodyStyle>
      <a:lvl1pPr marL="311135" indent="-311135" algn="l" defTabSz="853397" rtl="0" eaLnBrk="1" latinLnBrk="0" hangingPunct="1">
        <a:lnSpc>
          <a:spcPct val="100000"/>
        </a:lnSpc>
        <a:spcBef>
          <a:spcPts val="0"/>
        </a:spcBef>
        <a:spcAft>
          <a:spcPts val="800"/>
        </a:spcAft>
        <a:buClr>
          <a:schemeClr val="accent1"/>
        </a:buClr>
        <a:buSzPct val="80000"/>
        <a:buFont typeface="Wingdings" charset="2"/>
        <a:buChar char="§"/>
        <a:tabLst/>
        <a:defRPr lang="en-US" sz="2933" b="0" i="0" kern="1200" dirty="0" smtClean="0">
          <a:solidFill>
            <a:schemeClr val="tx1"/>
          </a:solidFill>
          <a:latin typeface="Arial" panose="020B0604020202020204" pitchFamily="34" charset="0"/>
          <a:ea typeface="Helvetica Neue" panose="02000503000000020004" pitchFamily="2" charset="0"/>
          <a:cs typeface="Arial" panose="020B0604020202020204" pitchFamily="34" charset="0"/>
        </a:defRPr>
      </a:lvl1pPr>
      <a:lvl2pPr marL="696349" indent="-302668" algn="l" defTabSz="853397" rtl="0" eaLnBrk="1" latinLnBrk="0" hangingPunct="1">
        <a:lnSpc>
          <a:spcPct val="100000"/>
        </a:lnSpc>
        <a:spcBef>
          <a:spcPts val="0"/>
        </a:spcBef>
        <a:spcAft>
          <a:spcPts val="800"/>
        </a:spcAft>
        <a:buClr>
          <a:schemeClr val="tx1"/>
        </a:buClr>
        <a:buSzPct val="100000"/>
        <a:buFont typeface=".AppleSystemUIFont" charset="0"/>
        <a:buChar char="-"/>
        <a:tabLst/>
        <a:defRPr lang="en-US" sz="2667" b="0" i="0" kern="1200" dirty="0" smtClean="0">
          <a:solidFill>
            <a:schemeClr val="tx1"/>
          </a:solidFill>
          <a:latin typeface="Arial" panose="020B0604020202020204" pitchFamily="34" charset="0"/>
          <a:ea typeface="Helvetica Neue" panose="02000503000000020004" pitchFamily="2" charset="0"/>
          <a:cs typeface="Arial" panose="020B0604020202020204" pitchFamily="34" charset="0"/>
        </a:defRPr>
      </a:lvl2pPr>
      <a:lvl3pPr marL="994783" indent="-222240" algn="l" defTabSz="853397" rtl="0" eaLnBrk="1" latinLnBrk="0" hangingPunct="1">
        <a:lnSpc>
          <a:spcPct val="100000"/>
        </a:lnSpc>
        <a:spcBef>
          <a:spcPts val="0"/>
        </a:spcBef>
        <a:spcAft>
          <a:spcPts val="800"/>
        </a:spcAft>
        <a:buClr>
          <a:schemeClr val="accent1"/>
        </a:buClr>
        <a:buSzPct val="80000"/>
        <a:buFont typeface="Wingdings" charset="2"/>
        <a:buChar char="§"/>
        <a:tabLst/>
        <a:defRPr lang="en-US" sz="2400" b="0" i="0" kern="1200" dirty="0" smtClean="0">
          <a:solidFill>
            <a:schemeClr val="tx1"/>
          </a:solidFill>
          <a:latin typeface="Arial" panose="020B0604020202020204" pitchFamily="34" charset="0"/>
          <a:ea typeface="Helvetica Neue" panose="02000503000000020004" pitchFamily="2" charset="0"/>
          <a:cs typeface="Arial" panose="020B0604020202020204" pitchFamily="34" charset="0"/>
        </a:defRPr>
      </a:lvl3pPr>
      <a:lvl4pPr marL="1305918" indent="-230706" algn="l" defTabSz="853397" rtl="0" eaLnBrk="1" latinLnBrk="0" hangingPunct="1">
        <a:lnSpc>
          <a:spcPct val="100000"/>
        </a:lnSpc>
        <a:spcBef>
          <a:spcPts val="0"/>
        </a:spcBef>
        <a:spcAft>
          <a:spcPts val="800"/>
        </a:spcAft>
        <a:buClr>
          <a:schemeClr val="tx1"/>
        </a:buClr>
        <a:buSzPct val="100000"/>
        <a:buFont typeface=".AppleSystemUIFont" charset="0"/>
        <a:buChar char="-"/>
        <a:tabLst/>
        <a:defRPr lang="en-US" sz="2133" b="0" i="0" kern="1200" dirty="0" smtClean="0">
          <a:solidFill>
            <a:schemeClr val="tx1"/>
          </a:solidFill>
          <a:latin typeface="Arial" panose="020B0604020202020204" pitchFamily="34" charset="0"/>
          <a:ea typeface="Helvetica Neue" panose="02000503000000020004" pitchFamily="2" charset="0"/>
          <a:cs typeface="Arial" panose="020B0604020202020204" pitchFamily="34" charset="0"/>
        </a:defRPr>
      </a:lvl4pPr>
      <a:lvl5pPr marL="1750396" indent="-302668" algn="l" defTabSz="853397" rtl="0" eaLnBrk="1" latinLnBrk="0" hangingPunct="1">
        <a:lnSpc>
          <a:spcPct val="100000"/>
        </a:lnSpc>
        <a:spcBef>
          <a:spcPts val="0"/>
        </a:spcBef>
        <a:spcAft>
          <a:spcPts val="1333"/>
        </a:spcAft>
        <a:buClr>
          <a:schemeClr val="accent1"/>
        </a:buClr>
        <a:buSzPct val="80000"/>
        <a:buFont typeface="Wingdings" charset="2"/>
        <a:buChar char="§"/>
        <a:defRPr lang="en-US" sz="1867" b="0" kern="1200" dirty="0">
          <a:solidFill>
            <a:schemeClr val="tx1"/>
          </a:solidFill>
          <a:latin typeface="+mn-lt"/>
          <a:ea typeface="+mn-ea"/>
          <a:cs typeface="+mn-cs"/>
        </a:defRPr>
      </a:lvl5pPr>
      <a:lvl6pPr marL="3352632" indent="-304784" algn="l" defTabSz="121914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202" indent="-304784" algn="l" defTabSz="121914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772" indent="-304784" algn="l" defTabSz="121914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341" indent="-304784" algn="l" defTabSz="1219140" rtl="0" eaLnBrk="1" latinLnBrk="0"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en-US"/>
      </a:defPPr>
      <a:lvl1pPr marL="0" algn="l" defTabSz="1219140" rtl="0" eaLnBrk="1" latinLnBrk="0" hangingPunct="1">
        <a:defRPr sz="2400" kern="1200">
          <a:solidFill>
            <a:schemeClr val="tx1"/>
          </a:solidFill>
          <a:latin typeface="+mn-lt"/>
          <a:ea typeface="+mn-ea"/>
          <a:cs typeface="+mn-cs"/>
        </a:defRPr>
      </a:lvl1pPr>
      <a:lvl2pPr marL="609570" algn="l" defTabSz="1219140" rtl="0" eaLnBrk="1" latinLnBrk="0" hangingPunct="1">
        <a:defRPr sz="2400" kern="1200">
          <a:solidFill>
            <a:schemeClr val="tx1"/>
          </a:solidFill>
          <a:latin typeface="+mn-lt"/>
          <a:ea typeface="+mn-ea"/>
          <a:cs typeface="+mn-cs"/>
        </a:defRPr>
      </a:lvl2pPr>
      <a:lvl3pPr marL="1219140" algn="l" defTabSz="1219140" rtl="0" eaLnBrk="1" latinLnBrk="0" hangingPunct="1">
        <a:defRPr sz="2400" kern="1200">
          <a:solidFill>
            <a:schemeClr val="tx1"/>
          </a:solidFill>
          <a:latin typeface="+mn-lt"/>
          <a:ea typeface="+mn-ea"/>
          <a:cs typeface="+mn-cs"/>
        </a:defRPr>
      </a:lvl3pPr>
      <a:lvl4pPr marL="1828709" algn="l" defTabSz="1219140" rtl="0" eaLnBrk="1" latinLnBrk="0" hangingPunct="1">
        <a:defRPr sz="2400" kern="1200">
          <a:solidFill>
            <a:schemeClr val="tx1"/>
          </a:solidFill>
          <a:latin typeface="+mn-lt"/>
          <a:ea typeface="+mn-ea"/>
          <a:cs typeface="+mn-cs"/>
        </a:defRPr>
      </a:lvl4pPr>
      <a:lvl5pPr marL="2438278" algn="l" defTabSz="1219140" rtl="0" eaLnBrk="1" latinLnBrk="0" hangingPunct="1">
        <a:defRPr sz="2400" kern="1200">
          <a:solidFill>
            <a:schemeClr val="tx1"/>
          </a:solidFill>
          <a:latin typeface="+mn-lt"/>
          <a:ea typeface="+mn-ea"/>
          <a:cs typeface="+mn-cs"/>
        </a:defRPr>
      </a:lvl5pPr>
      <a:lvl6pPr marL="3047848" algn="l" defTabSz="1219140" rtl="0" eaLnBrk="1" latinLnBrk="0" hangingPunct="1">
        <a:defRPr sz="2400" kern="1200">
          <a:solidFill>
            <a:schemeClr val="tx1"/>
          </a:solidFill>
          <a:latin typeface="+mn-lt"/>
          <a:ea typeface="+mn-ea"/>
          <a:cs typeface="+mn-cs"/>
        </a:defRPr>
      </a:lvl6pPr>
      <a:lvl7pPr marL="3657418" algn="l" defTabSz="1219140" rtl="0" eaLnBrk="1" latinLnBrk="0" hangingPunct="1">
        <a:defRPr sz="2400" kern="1200">
          <a:solidFill>
            <a:schemeClr val="tx1"/>
          </a:solidFill>
          <a:latin typeface="+mn-lt"/>
          <a:ea typeface="+mn-ea"/>
          <a:cs typeface="+mn-cs"/>
        </a:defRPr>
      </a:lvl7pPr>
      <a:lvl8pPr marL="4266987" algn="l" defTabSz="1219140" rtl="0" eaLnBrk="1" latinLnBrk="0" hangingPunct="1">
        <a:defRPr sz="2400" kern="1200">
          <a:solidFill>
            <a:schemeClr val="tx1"/>
          </a:solidFill>
          <a:latin typeface="+mn-lt"/>
          <a:ea typeface="+mn-ea"/>
          <a:cs typeface="+mn-cs"/>
        </a:defRPr>
      </a:lvl8pPr>
      <a:lvl9pPr marL="4876557" algn="l" defTabSz="121914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3.xml"/></Relationships>
</file>

<file path=ppt/slides/_rels/slide3.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3.xml"/><Relationship Id="rId1" Type="http://schemas.openxmlformats.org/officeDocument/2006/relationships/slideLayout" Target="../slideLayouts/slideLayout33.xml"/></Relationships>
</file>

<file path=ppt/slides/_rels/slide4.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4.xml"/><Relationship Id="rId1" Type="http://schemas.openxmlformats.org/officeDocument/2006/relationships/slideLayout" Target="../slideLayouts/slideLayout3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3.xml"/></Relationships>
</file>

<file path=ppt/slides/_rels/slide6.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6.xml"/><Relationship Id="rId1" Type="http://schemas.openxmlformats.org/officeDocument/2006/relationships/slideLayout" Target="../slideLayouts/slideLayout3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3.xml"/></Relationships>
</file>

<file path=ppt/slides/_rels/slide8.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8.xml"/><Relationship Id="rId1" Type="http://schemas.openxmlformats.org/officeDocument/2006/relationships/slideLayout" Target="../slideLayouts/slideLayout33.xml"/></Relationships>
</file>

<file path=ppt/slides/_rels/slide9.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9.xml"/><Relationship Id="rId1" Type="http://schemas.openxmlformats.org/officeDocument/2006/relationships/slideLayout" Target="../slideLayouts/slideLayout33.xml"/><Relationship Id="rId5" Type="http://schemas.openxmlformats.org/officeDocument/2006/relationships/image" Target="../media/image50.png"/><Relationship Id="rId4" Type="http://schemas.openxmlformats.org/officeDocument/2006/relationships/image" Target="../media/image49.png"/></Relationships>
</file>

<file path=ppt/slides/_rels/slide10.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0.xml"/><Relationship Id="rId1" Type="http://schemas.openxmlformats.org/officeDocument/2006/relationships/slideLayout" Target="../slideLayouts/slideLayout33.xml"/><Relationship Id="rId4" Type="http://schemas.openxmlformats.org/officeDocument/2006/relationships/image" Target="../media/image52.png"/></Relationships>
</file>

<file path=ppt/slides/_rels/slide11.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notesSlide" Target="../notesSlides/notesSlide11.xml"/><Relationship Id="rId1" Type="http://schemas.openxmlformats.org/officeDocument/2006/relationships/slideLayout" Target="../slideLayouts/slideLayout3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A0C9D9-0F1B-F35D-B3BC-4265313EACE1}"/>
            </a:ext>
          </a:extLst>
        </p:cNvPr>
        <p:cNvGrpSpPr/>
        <p:nvPr/>
      </p:nvGrpSpPr>
      <p:grpSpPr>
        <a:xfrm>
          <a:off x="0" y="0"/>
          <a:ext cx="0" cy="0"/>
          <a:chOff x="0" y="0"/>
          <a:chExt cx="0" cy="0"/>
        </a:xfrm>
      </p:grpSpPr>
      <p:sp>
        <p:nvSpPr>
          <p:cNvPr id="8" name="Text Placeholder 1">
            <a:extLst>
              <a:ext uri="{FF2B5EF4-FFF2-40B4-BE49-F238E27FC236}">
                <a16:creationId xmlns:a16="http://schemas.microsoft.com/office/drawing/2014/main" id="{9F864F62-2A10-1EE0-D659-1559BECEBD52}"/>
              </a:ext>
            </a:extLst>
          </p:cNvPr>
          <p:cNvSpPr>
            <a:spLocks noGrp="1"/>
          </p:cNvSpPr>
          <p:nvPr>
            <p:ph type="body" sz="quarter" idx="10"/>
          </p:nvPr>
        </p:nvSpPr>
        <p:spPr>
          <a:xfrm>
            <a:off x="912925" y="4473719"/>
            <a:ext cx="6266808" cy="568959"/>
          </a:xfrm>
        </p:spPr>
        <p:txBody>
          <a:bodyPr wrap="square" anchor="b">
            <a:normAutofit/>
          </a:bodyPr>
          <a:lstStyle/>
          <a:p>
            <a:pPr>
              <a:spcAft>
                <a:spcPts val="600"/>
              </a:spcAft>
            </a:pPr>
            <a:r>
              <a:rPr lang="en-US" dirty="0"/>
              <a:t>Brian Aldana MPH, Biostatistician / Data Analyst III</a:t>
            </a:r>
          </a:p>
        </p:txBody>
      </p:sp>
      <p:sp>
        <p:nvSpPr>
          <p:cNvPr id="2" name="Title 1">
            <a:extLst>
              <a:ext uri="{FF2B5EF4-FFF2-40B4-BE49-F238E27FC236}">
                <a16:creationId xmlns:a16="http://schemas.microsoft.com/office/drawing/2014/main" id="{08BB2189-DD44-C113-7274-FF87B92823DC}"/>
              </a:ext>
            </a:extLst>
          </p:cNvPr>
          <p:cNvSpPr>
            <a:spLocks noGrp="1"/>
          </p:cNvSpPr>
          <p:nvPr>
            <p:ph type="title"/>
          </p:nvPr>
        </p:nvSpPr>
        <p:spPr>
          <a:xfrm>
            <a:off x="893296" y="1503863"/>
            <a:ext cx="6635263" cy="1749284"/>
          </a:xfrm>
        </p:spPr>
        <p:txBody>
          <a:bodyPr wrap="square" anchor="b">
            <a:normAutofit/>
          </a:bodyPr>
          <a:lstStyle/>
          <a:p>
            <a:r>
              <a:rPr lang="en-US" dirty="0"/>
              <a:t>TB PACTS HACKATHON</a:t>
            </a:r>
          </a:p>
        </p:txBody>
      </p:sp>
      <p:sp>
        <p:nvSpPr>
          <p:cNvPr id="3" name="Subtitle 2">
            <a:extLst>
              <a:ext uri="{FF2B5EF4-FFF2-40B4-BE49-F238E27FC236}">
                <a16:creationId xmlns:a16="http://schemas.microsoft.com/office/drawing/2014/main" id="{E36BBB53-D016-A0A8-5775-9C55CBCF1C85}"/>
              </a:ext>
            </a:extLst>
          </p:cNvPr>
          <p:cNvSpPr>
            <a:spLocks noGrp="1"/>
          </p:cNvSpPr>
          <p:nvPr>
            <p:ph type="body" sz="quarter" idx="15"/>
          </p:nvPr>
        </p:nvSpPr>
        <p:spPr>
          <a:xfrm>
            <a:off x="898119" y="3368001"/>
            <a:ext cx="6630440" cy="677627"/>
          </a:xfrm>
        </p:spPr>
        <p:txBody>
          <a:bodyPr>
            <a:normAutofit/>
          </a:bodyPr>
          <a:lstStyle/>
          <a:p>
            <a:r>
              <a:rPr lang="en-US" dirty="0"/>
              <a:t>USING EFFICACY DATA IN TB PACTS</a:t>
            </a:r>
            <a:endParaRPr lang="en-US"/>
          </a:p>
        </p:txBody>
      </p:sp>
      <p:pic>
        <p:nvPicPr>
          <p:cNvPr id="1026" name="Picture 2" descr="UCSF Center for TB (@UCSF_CTB) / Posts / X">
            <a:extLst>
              <a:ext uri="{FF2B5EF4-FFF2-40B4-BE49-F238E27FC236}">
                <a16:creationId xmlns:a16="http://schemas.microsoft.com/office/drawing/2014/main" id="{4CDAF13B-1159-2721-10A9-EEA54EFC468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6683" y="316089"/>
            <a:ext cx="1130347" cy="11303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54142226"/>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5BA03B-C3E9-F1E3-81F3-DC609EFDFF27}"/>
              </a:ext>
            </a:extLst>
          </p:cNvPr>
          <p:cNvSpPr>
            <a:spLocks noGrp="1"/>
          </p:cNvSpPr>
          <p:nvPr>
            <p:ph type="title"/>
          </p:nvPr>
        </p:nvSpPr>
        <p:spPr/>
        <p:txBody>
          <a:bodyPr/>
          <a:lstStyle/>
          <a:p>
            <a:r>
              <a:rPr lang="en-US" dirty="0"/>
              <a:t>What is “efficacy” in a trial</a:t>
            </a:r>
          </a:p>
        </p:txBody>
      </p:sp>
      <p:sp>
        <p:nvSpPr>
          <p:cNvPr id="3" name="Content Placeholder 2">
            <a:extLst>
              <a:ext uri="{FF2B5EF4-FFF2-40B4-BE49-F238E27FC236}">
                <a16:creationId xmlns:a16="http://schemas.microsoft.com/office/drawing/2014/main" id="{0E8E7214-A969-9D5F-DEFD-0B2CA24F1BF9}"/>
              </a:ext>
            </a:extLst>
          </p:cNvPr>
          <p:cNvSpPr>
            <a:spLocks noGrp="1"/>
          </p:cNvSpPr>
          <p:nvPr>
            <p:ph idx="1"/>
          </p:nvPr>
        </p:nvSpPr>
        <p:spPr>
          <a:xfrm>
            <a:off x="604780" y="1548961"/>
            <a:ext cx="10850220" cy="3909393"/>
          </a:xfrm>
        </p:spPr>
        <p:txBody>
          <a:bodyPr/>
          <a:lstStyle/>
          <a:p>
            <a:r>
              <a:rPr lang="en-US" sz="2000" dirty="0"/>
              <a:t>Efficacy measures how well an intervention (drug, regimen, or other treatment) does, for example, how well it cures.</a:t>
            </a:r>
          </a:p>
          <a:p>
            <a:r>
              <a:rPr lang="en-US" sz="2000" dirty="0"/>
              <a:t>It’s one side of a many-faceted coin, but is often paired with “Safety” which, by contrast, measures how well an intervention avoids causing harmful side effects.</a:t>
            </a:r>
          </a:p>
          <a:p>
            <a:r>
              <a:rPr lang="en-US" sz="2000" dirty="0"/>
              <a:t>Mark covered some safety analyses earlier; I’m going to briefly talk about analyzing efficacy in TB trials.</a:t>
            </a:r>
          </a:p>
          <a:p>
            <a:r>
              <a:rPr lang="en-US" sz="2000" dirty="0"/>
              <a:t>But first, here is some key terminology and concepts…</a:t>
            </a:r>
          </a:p>
        </p:txBody>
      </p:sp>
    </p:spTree>
    <p:extLst>
      <p:ext uri="{BB962C8B-B14F-4D97-AF65-F5344CB8AC3E}">
        <p14:creationId xmlns:p14="http://schemas.microsoft.com/office/powerpoint/2010/main" val="16074970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FA7EF-A401-DB82-CC29-E1989EA621C2}"/>
              </a:ext>
            </a:extLst>
          </p:cNvPr>
          <p:cNvSpPr>
            <a:spLocks noGrp="1"/>
          </p:cNvSpPr>
          <p:nvPr>
            <p:ph type="title"/>
          </p:nvPr>
        </p:nvSpPr>
        <p:spPr>
          <a:xfrm>
            <a:off x="604780" y="425002"/>
            <a:ext cx="10898107" cy="611449"/>
          </a:xfrm>
        </p:spPr>
        <p:txBody>
          <a:bodyPr wrap="square" anchor="ctr">
            <a:normAutofit/>
          </a:bodyPr>
          <a:lstStyle/>
          <a:p>
            <a:r>
              <a:rPr lang="en-US" sz="3700"/>
              <a:t>Time-to-positivity (TTP)</a:t>
            </a:r>
          </a:p>
        </p:txBody>
      </p:sp>
      <p:sp>
        <p:nvSpPr>
          <p:cNvPr id="3" name="Content Placeholder 2">
            <a:extLst>
              <a:ext uri="{FF2B5EF4-FFF2-40B4-BE49-F238E27FC236}">
                <a16:creationId xmlns:a16="http://schemas.microsoft.com/office/drawing/2014/main" id="{B4FE061E-45C5-2430-BB93-A029BC303AC4}"/>
              </a:ext>
            </a:extLst>
          </p:cNvPr>
          <p:cNvSpPr>
            <a:spLocks noGrp="1"/>
          </p:cNvSpPr>
          <p:nvPr>
            <p:ph idx="1"/>
          </p:nvPr>
        </p:nvSpPr>
        <p:spPr>
          <a:xfrm>
            <a:off x="612914" y="1868557"/>
            <a:ext cx="8527776" cy="3909393"/>
          </a:xfrm>
        </p:spPr>
        <p:txBody>
          <a:bodyPr>
            <a:normAutofit/>
          </a:bodyPr>
          <a:lstStyle/>
          <a:p>
            <a:pPr>
              <a:lnSpc>
                <a:spcPct val="90000"/>
              </a:lnSpc>
            </a:pPr>
            <a:r>
              <a:rPr lang="en-US" sz="2300" b="1"/>
              <a:t>Efficacy</a:t>
            </a:r>
            <a:r>
              <a:rPr lang="en-US" sz="2300"/>
              <a:t> is broadly defined in this context as how well a treatment regimen performed in eliminating TB in participants.</a:t>
            </a:r>
          </a:p>
          <a:p>
            <a:pPr>
              <a:lnSpc>
                <a:spcPct val="90000"/>
              </a:lnSpc>
            </a:pPr>
            <a:r>
              <a:rPr lang="en-US" sz="2300"/>
              <a:t>In TB trials, estimates of efficacy in trials are often derived from culture results across time in </a:t>
            </a:r>
            <a:r>
              <a:rPr lang="en-US" sz="2300" b="1"/>
              <a:t>liquid</a:t>
            </a:r>
            <a:r>
              <a:rPr lang="en-US" sz="2300"/>
              <a:t> (</a:t>
            </a:r>
            <a:r>
              <a:rPr lang="en-US" sz="2300" b="1"/>
              <a:t>MGIT</a:t>
            </a:r>
            <a:r>
              <a:rPr lang="en-US" sz="2300"/>
              <a:t>) or </a:t>
            </a:r>
            <a:r>
              <a:rPr lang="en-US" sz="2300" b="1"/>
              <a:t>solid</a:t>
            </a:r>
            <a:r>
              <a:rPr lang="en-US" sz="2300"/>
              <a:t> (</a:t>
            </a:r>
            <a:r>
              <a:rPr lang="en-US" sz="2300" b="1"/>
              <a:t>LJ</a:t>
            </a:r>
            <a:r>
              <a:rPr lang="en-US" sz="2300"/>
              <a:t>) media.</a:t>
            </a:r>
          </a:p>
          <a:p>
            <a:pPr>
              <a:lnSpc>
                <a:spcPct val="90000"/>
              </a:lnSpc>
            </a:pPr>
            <a:r>
              <a:rPr lang="en-US" sz="2300"/>
              <a:t> In MGIT, culture is measured by how long it takes sample to grow TB culture, measured in days. </a:t>
            </a:r>
            <a:r>
              <a:rPr lang="en-US" sz="2300" b="1"/>
              <a:t>The upper bound is often capped at 42 days, at which point the culture is considered negative.</a:t>
            </a:r>
          </a:p>
          <a:p>
            <a:pPr lvl="1">
              <a:lnSpc>
                <a:spcPct val="90000"/>
              </a:lnSpc>
            </a:pPr>
            <a:r>
              <a:rPr lang="en-US" sz="2300"/>
              <a:t>This measurement is called “time-to-positivity” and abbreviated as </a:t>
            </a:r>
            <a:r>
              <a:rPr lang="en-US" sz="2300" b="1"/>
              <a:t>TTP</a:t>
            </a:r>
            <a:r>
              <a:rPr lang="en-US" sz="2300"/>
              <a:t>.</a:t>
            </a:r>
          </a:p>
        </p:txBody>
      </p:sp>
      <p:pic>
        <p:nvPicPr>
          <p:cNvPr id="3074" name="Picture 2" descr="Mycobacteria growth indicator tube ...">
            <a:extLst>
              <a:ext uri="{FF2B5EF4-FFF2-40B4-BE49-F238E27FC236}">
                <a16:creationId xmlns:a16="http://schemas.microsoft.com/office/drawing/2014/main" id="{61827796-10ED-7F4C-7A17-5EC9BB19514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24265" r="34888" b="2"/>
          <a:stretch>
            <a:fillRect/>
          </a:stretch>
        </p:blipFill>
        <p:spPr bwMode="auto">
          <a:xfrm>
            <a:off x="9331190" y="1868557"/>
            <a:ext cx="2131943" cy="3909393"/>
          </a:xfrm>
          <a:prstGeom prst="rect">
            <a:avLst/>
          </a:prstGeom>
          <a:solidFill>
            <a:srgbClr val="FFFFFF"/>
          </a:solid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430187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5F1B36-84AF-DD16-68AE-85B7D47D8F12}"/>
              </a:ext>
            </a:extLst>
          </p:cNvPr>
          <p:cNvSpPr>
            <a:spLocks noGrp="1"/>
          </p:cNvSpPr>
          <p:nvPr>
            <p:ph type="title"/>
          </p:nvPr>
        </p:nvSpPr>
        <p:spPr/>
        <p:txBody>
          <a:bodyPr/>
          <a:lstStyle/>
          <a:p>
            <a:r>
              <a:rPr lang="en-US" dirty="0"/>
              <a:t>Time-to-culture-conversion (TTCC)</a:t>
            </a:r>
          </a:p>
        </p:txBody>
      </p:sp>
      <p:sp>
        <p:nvSpPr>
          <p:cNvPr id="3" name="Content Placeholder 2">
            <a:extLst>
              <a:ext uri="{FF2B5EF4-FFF2-40B4-BE49-F238E27FC236}">
                <a16:creationId xmlns:a16="http://schemas.microsoft.com/office/drawing/2014/main" id="{87569509-2BAB-5C30-DC1F-12024ABF5A26}"/>
              </a:ext>
            </a:extLst>
          </p:cNvPr>
          <p:cNvSpPr>
            <a:spLocks noGrp="1"/>
          </p:cNvSpPr>
          <p:nvPr>
            <p:ph idx="1"/>
          </p:nvPr>
        </p:nvSpPr>
        <p:spPr>
          <a:xfrm>
            <a:off x="453116" y="1474303"/>
            <a:ext cx="10850220" cy="3909393"/>
          </a:xfrm>
        </p:spPr>
        <p:txBody>
          <a:bodyPr/>
          <a:lstStyle/>
          <a:p>
            <a:r>
              <a:rPr lang="en-US" sz="2000" dirty="0"/>
              <a:t>A TB trial will define a metric that describes </a:t>
            </a:r>
            <a:r>
              <a:rPr lang="en-US" sz="2000" b="1" dirty="0"/>
              <a:t>stable cure</a:t>
            </a:r>
            <a:r>
              <a:rPr lang="en-US" sz="2000" dirty="0"/>
              <a:t> in addition to TTP.</a:t>
            </a:r>
          </a:p>
          <a:p>
            <a:r>
              <a:rPr lang="en-US" sz="2000" dirty="0"/>
              <a:t>This metric may be the first </a:t>
            </a:r>
            <a:r>
              <a:rPr lang="en-US" sz="2000" b="1" dirty="0"/>
              <a:t>2 consecutive negative TTP results</a:t>
            </a:r>
            <a:r>
              <a:rPr lang="en-US" sz="2000" dirty="0"/>
              <a:t>, first negative after a certain week, or some other variation on this theme.</a:t>
            </a:r>
          </a:p>
          <a:p>
            <a:r>
              <a:rPr lang="en-US" sz="2000" dirty="0"/>
              <a:t>The time it takes a participant to reach </a:t>
            </a:r>
            <a:r>
              <a:rPr lang="en-US" sz="2000" b="1" dirty="0"/>
              <a:t>stable cure is “time to culture conversion” or TTCC.</a:t>
            </a:r>
          </a:p>
          <a:p>
            <a:pPr marL="0" indent="0">
              <a:buNone/>
            </a:pPr>
            <a:endParaRPr lang="en-US" b="1" dirty="0"/>
          </a:p>
          <a:p>
            <a:endParaRPr lang="en-US" b="1" dirty="0"/>
          </a:p>
        </p:txBody>
      </p:sp>
      <p:pic>
        <p:nvPicPr>
          <p:cNvPr id="4" name="Picture 3">
            <a:extLst>
              <a:ext uri="{FF2B5EF4-FFF2-40B4-BE49-F238E27FC236}">
                <a16:creationId xmlns:a16="http://schemas.microsoft.com/office/drawing/2014/main" id="{214E30C5-A796-EC2A-F67E-764AD7ECDA09}"/>
              </a:ext>
            </a:extLst>
          </p:cNvPr>
          <p:cNvPicPr>
            <a:picLocks noChangeAspect="1"/>
          </p:cNvPicPr>
          <p:nvPr/>
        </p:nvPicPr>
        <p:blipFill>
          <a:blip r:embed="rId3"/>
          <a:stretch>
            <a:fillRect/>
          </a:stretch>
        </p:blipFill>
        <p:spPr>
          <a:xfrm>
            <a:off x="3208282" y="3786540"/>
            <a:ext cx="7772400" cy="1513114"/>
          </a:xfrm>
          <a:prstGeom prst="rect">
            <a:avLst/>
          </a:prstGeom>
        </p:spPr>
      </p:pic>
    </p:spTree>
    <p:extLst>
      <p:ext uri="{BB962C8B-B14F-4D97-AF65-F5344CB8AC3E}">
        <p14:creationId xmlns:p14="http://schemas.microsoft.com/office/powerpoint/2010/main" val="11611153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727B09-6379-B1F2-6610-5043F3285AD0}"/>
              </a:ext>
            </a:extLst>
          </p:cNvPr>
          <p:cNvSpPr>
            <a:spLocks noGrp="1"/>
          </p:cNvSpPr>
          <p:nvPr>
            <p:ph type="title"/>
          </p:nvPr>
        </p:nvSpPr>
        <p:spPr/>
        <p:txBody>
          <a:bodyPr/>
          <a:lstStyle/>
          <a:p>
            <a:r>
              <a:rPr lang="en-US" dirty="0"/>
              <a:t>Other measurements</a:t>
            </a:r>
          </a:p>
        </p:txBody>
      </p:sp>
      <p:sp>
        <p:nvSpPr>
          <p:cNvPr id="3" name="Content Placeholder 2">
            <a:extLst>
              <a:ext uri="{FF2B5EF4-FFF2-40B4-BE49-F238E27FC236}">
                <a16:creationId xmlns:a16="http://schemas.microsoft.com/office/drawing/2014/main" id="{D2FFD0AF-619A-6464-F1F6-455B844DCE9B}"/>
              </a:ext>
            </a:extLst>
          </p:cNvPr>
          <p:cNvSpPr>
            <a:spLocks noGrp="1"/>
          </p:cNvSpPr>
          <p:nvPr>
            <p:ph idx="1"/>
          </p:nvPr>
        </p:nvSpPr>
        <p:spPr>
          <a:xfrm>
            <a:off x="604780" y="1211609"/>
            <a:ext cx="10850220" cy="3909393"/>
          </a:xfrm>
        </p:spPr>
        <p:txBody>
          <a:bodyPr/>
          <a:lstStyle/>
          <a:p>
            <a:r>
              <a:rPr lang="en-US" sz="2000" dirty="0"/>
              <a:t>In addition to TTP and TTCC, other measurements that are thought to measure cure can be used in TB trials.</a:t>
            </a:r>
          </a:p>
          <a:p>
            <a:pPr lvl="1"/>
            <a:r>
              <a:rPr lang="en-US" sz="2000" dirty="0"/>
              <a:t>Early Bactericidal Activity, are often used in Phase 1/Phase 2A trials to get early signal.</a:t>
            </a:r>
          </a:p>
          <a:p>
            <a:pPr lvl="1"/>
            <a:r>
              <a:rPr lang="en-US" sz="2000" dirty="0"/>
              <a:t>Slope of TTP, or change in the TTP over time, is being explored to measure early response.</a:t>
            </a:r>
          </a:p>
          <a:p>
            <a:pPr lvl="1"/>
            <a:r>
              <a:rPr lang="en-US" sz="2000" dirty="0"/>
              <a:t>RS Ratio, a promising biomarker being developed for earlier and more durable protection, which Mark is working on right now.</a:t>
            </a:r>
          </a:p>
          <a:p>
            <a:pPr marL="228600" lvl="1" indent="0">
              <a:buNone/>
            </a:pPr>
            <a:br>
              <a:rPr lang="en-US" sz="2000" dirty="0"/>
            </a:br>
            <a:br>
              <a:rPr lang="en-US" sz="2000" dirty="0"/>
            </a:br>
            <a:r>
              <a:rPr lang="en-US" sz="2000" dirty="0"/>
              <a:t>as well as many others….!</a:t>
            </a:r>
          </a:p>
          <a:p>
            <a:pPr lvl="1"/>
            <a:endParaRPr lang="en-US" dirty="0"/>
          </a:p>
        </p:txBody>
      </p:sp>
    </p:spTree>
    <p:extLst>
      <p:ext uri="{BB962C8B-B14F-4D97-AF65-F5344CB8AC3E}">
        <p14:creationId xmlns:p14="http://schemas.microsoft.com/office/powerpoint/2010/main" val="1853390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1FCED2-EF99-AF57-194C-5A91AC4F4F70}"/>
              </a:ext>
            </a:extLst>
          </p:cNvPr>
          <p:cNvSpPr>
            <a:spLocks noGrp="1"/>
          </p:cNvSpPr>
          <p:nvPr>
            <p:ph type="title"/>
          </p:nvPr>
        </p:nvSpPr>
        <p:spPr>
          <a:xfrm>
            <a:off x="604780" y="425002"/>
            <a:ext cx="10898107" cy="611449"/>
          </a:xfrm>
        </p:spPr>
        <p:txBody>
          <a:bodyPr wrap="square" anchor="ctr">
            <a:normAutofit/>
          </a:bodyPr>
          <a:lstStyle/>
          <a:p>
            <a:r>
              <a:rPr lang="en-US" sz="3700"/>
              <a:t>What is time to event (Survival) analysis?</a:t>
            </a:r>
          </a:p>
        </p:txBody>
      </p:sp>
      <p:sp>
        <p:nvSpPr>
          <p:cNvPr id="3" name="Content Placeholder 2">
            <a:extLst>
              <a:ext uri="{FF2B5EF4-FFF2-40B4-BE49-F238E27FC236}">
                <a16:creationId xmlns:a16="http://schemas.microsoft.com/office/drawing/2014/main" id="{70B1E408-1101-BCEE-84A8-DF9F79F4C951}"/>
              </a:ext>
            </a:extLst>
          </p:cNvPr>
          <p:cNvSpPr>
            <a:spLocks noGrp="1"/>
          </p:cNvSpPr>
          <p:nvPr>
            <p:ph idx="1"/>
          </p:nvPr>
        </p:nvSpPr>
        <p:spPr>
          <a:xfrm>
            <a:off x="612914" y="1868557"/>
            <a:ext cx="7461804" cy="3909393"/>
          </a:xfrm>
        </p:spPr>
        <p:txBody>
          <a:bodyPr>
            <a:normAutofit/>
          </a:bodyPr>
          <a:lstStyle/>
          <a:p>
            <a:pPr>
              <a:lnSpc>
                <a:spcPct val="90000"/>
              </a:lnSpc>
            </a:pPr>
            <a:r>
              <a:rPr lang="en-US" sz="1800"/>
              <a:t>In general, time-to-event analysis extends traditional types of analysis with a </a:t>
            </a:r>
            <a:r>
              <a:rPr lang="en-US" sz="1800" b="1"/>
              <a:t>timing component</a:t>
            </a:r>
            <a:r>
              <a:rPr lang="en-US" sz="1800"/>
              <a:t>.</a:t>
            </a:r>
          </a:p>
          <a:p>
            <a:pPr>
              <a:lnSpc>
                <a:spcPct val="90000"/>
              </a:lnSpc>
            </a:pPr>
            <a:r>
              <a:rPr lang="en-US" sz="1800"/>
              <a:t>When doing survival analysis, we don’t just consider the value of an item (linear regression) or if something occurred (logistic regression), but also </a:t>
            </a:r>
            <a:r>
              <a:rPr lang="en-US" sz="1800" b="1"/>
              <a:t>when an event occurred.</a:t>
            </a:r>
          </a:p>
          <a:p>
            <a:pPr>
              <a:lnSpc>
                <a:spcPct val="90000"/>
              </a:lnSpc>
            </a:pPr>
            <a:r>
              <a:rPr lang="en-US" sz="1800"/>
              <a:t>Survival analysis also considers if an event occurs at all while you are observing. If the event of interest did not occur before the participant stops being observed, they are </a:t>
            </a:r>
            <a:r>
              <a:rPr lang="en-US" sz="1800" b="1"/>
              <a:t>censored.</a:t>
            </a:r>
          </a:p>
          <a:p>
            <a:pPr>
              <a:lnSpc>
                <a:spcPct val="90000"/>
              </a:lnSpc>
            </a:pPr>
            <a:r>
              <a:rPr lang="en-US" sz="1800"/>
              <a:t>After considering these items, the metric is used to compare groups, to see if the event occurred both </a:t>
            </a:r>
            <a:r>
              <a:rPr lang="en-US" sz="1800" b="1"/>
              <a:t>more or less often</a:t>
            </a:r>
            <a:r>
              <a:rPr lang="en-US" sz="1800"/>
              <a:t> but also if it </a:t>
            </a:r>
            <a:r>
              <a:rPr lang="en-US" sz="1800" b="1"/>
              <a:t>occurred faster or slower.</a:t>
            </a:r>
          </a:p>
        </p:txBody>
      </p:sp>
      <p:pic>
        <p:nvPicPr>
          <p:cNvPr id="4098" name="Picture 2" descr="Survival Analysis: A Self-Learning Text ...">
            <a:extLst>
              <a:ext uri="{FF2B5EF4-FFF2-40B4-BE49-F238E27FC236}">
                <a16:creationId xmlns:a16="http://schemas.microsoft.com/office/drawing/2014/main" id="{CCB24A2E-D3BB-84F5-4B4B-7085AF745DC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11555"/>
          <a:stretch>
            <a:fillRect/>
          </a:stretch>
        </p:blipFill>
        <p:spPr bwMode="auto">
          <a:xfrm>
            <a:off x="8265218" y="1868557"/>
            <a:ext cx="3197915" cy="3909393"/>
          </a:xfrm>
          <a:prstGeom prst="rect">
            <a:avLst/>
          </a:prstGeom>
          <a:solidFill>
            <a:srgbClr val="FFFFFF"/>
          </a:solid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433074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5486D7-66E2-38CE-A13E-BAA092FA49BD}"/>
              </a:ext>
            </a:extLst>
          </p:cNvPr>
          <p:cNvSpPr>
            <a:spLocks noGrp="1"/>
          </p:cNvSpPr>
          <p:nvPr>
            <p:ph type="title"/>
          </p:nvPr>
        </p:nvSpPr>
        <p:spPr/>
        <p:txBody>
          <a:bodyPr/>
          <a:lstStyle/>
          <a:p>
            <a:r>
              <a:rPr lang="en-US" dirty="0"/>
              <a:t>Survival Analysis and TTP/TTCC</a:t>
            </a:r>
          </a:p>
        </p:txBody>
      </p:sp>
      <p:sp>
        <p:nvSpPr>
          <p:cNvPr id="3" name="Content Placeholder 2">
            <a:extLst>
              <a:ext uri="{FF2B5EF4-FFF2-40B4-BE49-F238E27FC236}">
                <a16:creationId xmlns:a16="http://schemas.microsoft.com/office/drawing/2014/main" id="{B7964792-49AC-4E4E-66A5-3CC46B08E36F}"/>
              </a:ext>
            </a:extLst>
          </p:cNvPr>
          <p:cNvSpPr>
            <a:spLocks noGrp="1"/>
          </p:cNvSpPr>
          <p:nvPr>
            <p:ph idx="1"/>
          </p:nvPr>
        </p:nvSpPr>
        <p:spPr>
          <a:xfrm>
            <a:off x="319951" y="1327019"/>
            <a:ext cx="10850220" cy="3909393"/>
          </a:xfrm>
        </p:spPr>
        <p:txBody>
          <a:bodyPr/>
          <a:lstStyle/>
          <a:p>
            <a:r>
              <a:rPr lang="en-US" sz="2000" dirty="0"/>
              <a:t>So, in TB analysis, we have several statistics that explicitly or implicitly include time.</a:t>
            </a:r>
          </a:p>
          <a:p>
            <a:pPr lvl="1"/>
            <a:r>
              <a:rPr lang="en-US" sz="2000" dirty="0"/>
              <a:t>Time-to-positivity (measured in days)</a:t>
            </a:r>
          </a:p>
          <a:p>
            <a:pPr lvl="1"/>
            <a:r>
              <a:rPr lang="en-US" sz="2000" dirty="0"/>
              <a:t>Time-to-culture-conversion (derived from serial culture results)</a:t>
            </a:r>
          </a:p>
          <a:p>
            <a:pPr lvl="1"/>
            <a:r>
              <a:rPr lang="en-US" sz="2000" dirty="0"/>
              <a:t>Slope of time-to-positivity (the change in time-to-positivity across study visits)</a:t>
            </a:r>
          </a:p>
          <a:p>
            <a:r>
              <a:rPr lang="en-US" sz="2000" dirty="0"/>
              <a:t>But only </a:t>
            </a:r>
            <a:r>
              <a:rPr lang="en-US" sz="2000" b="1" dirty="0"/>
              <a:t>TTCC is a time-to-event statistic</a:t>
            </a:r>
            <a:r>
              <a:rPr lang="en-US" sz="2000" dirty="0"/>
              <a:t> out of these 3, because it is defined the number of days until some sort of cure event occurs.</a:t>
            </a:r>
          </a:p>
          <a:p>
            <a:r>
              <a:rPr lang="en-US" sz="2000" dirty="0"/>
              <a:t>The other values </a:t>
            </a:r>
            <a:r>
              <a:rPr lang="en-US" sz="2000" b="1" dirty="0"/>
              <a:t>are longitudinal values</a:t>
            </a:r>
            <a:r>
              <a:rPr lang="en-US" sz="2000" dirty="0"/>
              <a:t>, because they do consider time as part of their measurement, </a:t>
            </a:r>
            <a:r>
              <a:rPr lang="en-US" sz="2000" b="1" dirty="0"/>
              <a:t>but they aren’t derived by evaluating a time to a specific endpoint.</a:t>
            </a:r>
          </a:p>
        </p:txBody>
      </p:sp>
    </p:spTree>
    <p:extLst>
      <p:ext uri="{BB962C8B-B14F-4D97-AF65-F5344CB8AC3E}">
        <p14:creationId xmlns:p14="http://schemas.microsoft.com/office/powerpoint/2010/main" val="9406866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BA224D-26B1-9407-4620-8A875C3DA5FC}"/>
              </a:ext>
            </a:extLst>
          </p:cNvPr>
          <p:cNvSpPr>
            <a:spLocks noGrp="1"/>
          </p:cNvSpPr>
          <p:nvPr>
            <p:ph type="title"/>
          </p:nvPr>
        </p:nvSpPr>
        <p:spPr>
          <a:xfrm>
            <a:off x="604780" y="425002"/>
            <a:ext cx="10898107" cy="611449"/>
          </a:xfrm>
        </p:spPr>
        <p:txBody>
          <a:bodyPr wrap="square" anchor="ctr">
            <a:normAutofit/>
          </a:bodyPr>
          <a:lstStyle/>
          <a:p>
            <a:r>
              <a:rPr lang="en-US" sz="3700"/>
              <a:t>Descriptive Analysis: Kaplan Meier (KM)</a:t>
            </a:r>
          </a:p>
        </p:txBody>
      </p:sp>
      <p:sp>
        <p:nvSpPr>
          <p:cNvPr id="3" name="Content Placeholder 2">
            <a:extLst>
              <a:ext uri="{FF2B5EF4-FFF2-40B4-BE49-F238E27FC236}">
                <a16:creationId xmlns:a16="http://schemas.microsoft.com/office/drawing/2014/main" id="{D2098353-22E3-88B8-B919-584932A077CC}"/>
              </a:ext>
            </a:extLst>
          </p:cNvPr>
          <p:cNvSpPr>
            <a:spLocks noGrp="1"/>
          </p:cNvSpPr>
          <p:nvPr>
            <p:ph idx="1"/>
          </p:nvPr>
        </p:nvSpPr>
        <p:spPr>
          <a:xfrm>
            <a:off x="4001329" y="1868557"/>
            <a:ext cx="7461804" cy="3909393"/>
          </a:xfrm>
        </p:spPr>
        <p:txBody>
          <a:bodyPr>
            <a:normAutofit/>
          </a:bodyPr>
          <a:lstStyle/>
          <a:p>
            <a:pPr>
              <a:lnSpc>
                <a:spcPct val="90000"/>
              </a:lnSpc>
            </a:pPr>
            <a:r>
              <a:rPr lang="en-US" sz="2100"/>
              <a:t>Kaplan Meier Curves (KM) is a way to graphically describe time to event.</a:t>
            </a:r>
          </a:p>
          <a:p>
            <a:pPr>
              <a:lnSpc>
                <a:spcPct val="90000"/>
              </a:lnSpc>
            </a:pPr>
            <a:r>
              <a:rPr lang="en-US" sz="2100"/>
              <a:t>Participants are organized into groups. These groups are tracked through time, and each time a person is “cured”, “drops out” or is otherwise removed from the study, the curve reflects this movement.</a:t>
            </a:r>
          </a:p>
          <a:p>
            <a:pPr>
              <a:lnSpc>
                <a:spcPct val="90000"/>
              </a:lnSpc>
            </a:pPr>
            <a:r>
              <a:rPr lang="en-US" sz="2100"/>
              <a:t>At the end, the participants left on the curve, are those who have not been cured by the observation window.</a:t>
            </a:r>
          </a:p>
          <a:p>
            <a:pPr>
              <a:lnSpc>
                <a:spcPct val="90000"/>
              </a:lnSpc>
            </a:pPr>
            <a:r>
              <a:rPr lang="en-US" sz="2100"/>
              <a:t>You can evaluate KM curves by seeing how the lines behave over time. If one group is cured faster, one group is cured slower, if they cross at certain timepoints, or if they cross repeatedly.</a:t>
            </a:r>
            <a:endParaRPr lang="en-US" sz="2100" dirty="0"/>
          </a:p>
        </p:txBody>
      </p:sp>
      <p:pic>
        <p:nvPicPr>
          <p:cNvPr id="5" name="Picture 4">
            <a:extLst>
              <a:ext uri="{FF2B5EF4-FFF2-40B4-BE49-F238E27FC236}">
                <a16:creationId xmlns:a16="http://schemas.microsoft.com/office/drawing/2014/main" id="{D8BE6BC7-DAD1-2C93-D31F-C76F94C44FA0}"/>
              </a:ext>
            </a:extLst>
          </p:cNvPr>
          <p:cNvPicPr>
            <a:picLocks noChangeAspect="1"/>
          </p:cNvPicPr>
          <p:nvPr/>
        </p:nvPicPr>
        <p:blipFill>
          <a:blip r:embed="rId3"/>
          <a:stretch>
            <a:fillRect/>
          </a:stretch>
        </p:blipFill>
        <p:spPr>
          <a:xfrm>
            <a:off x="242128" y="1223982"/>
            <a:ext cx="3759201" cy="4747840"/>
          </a:xfrm>
          <a:prstGeom prst="rect">
            <a:avLst/>
          </a:prstGeom>
        </p:spPr>
      </p:pic>
    </p:spTree>
    <p:extLst>
      <p:ext uri="{BB962C8B-B14F-4D97-AF65-F5344CB8AC3E}">
        <p14:creationId xmlns:p14="http://schemas.microsoft.com/office/powerpoint/2010/main" val="3028957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AB543D-F2DC-DFD6-B11B-223C5C313C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DF7485-086A-18D2-16F6-D6B5BA05E9FF}"/>
              </a:ext>
            </a:extLst>
          </p:cNvPr>
          <p:cNvSpPr>
            <a:spLocks noGrp="1"/>
          </p:cNvSpPr>
          <p:nvPr>
            <p:ph type="title"/>
          </p:nvPr>
        </p:nvSpPr>
        <p:spPr>
          <a:xfrm>
            <a:off x="698189" y="380622"/>
            <a:ext cx="10653578" cy="1132258"/>
          </a:xfrm>
        </p:spPr>
        <p:txBody>
          <a:bodyPr/>
          <a:lstStyle/>
          <a:p>
            <a:pPr algn="ctr"/>
            <a:r>
              <a:rPr lang="en-US" dirty="0"/>
              <a:t>Demonstration</a:t>
            </a:r>
          </a:p>
        </p:txBody>
      </p:sp>
      <p:pic>
        <p:nvPicPr>
          <p:cNvPr id="3" name="Picture 2">
            <a:extLst>
              <a:ext uri="{FF2B5EF4-FFF2-40B4-BE49-F238E27FC236}">
                <a16:creationId xmlns:a16="http://schemas.microsoft.com/office/drawing/2014/main" id="{0E20DF88-8DB7-4AF8-4A4A-20B27CA8AB84}"/>
              </a:ext>
            </a:extLst>
          </p:cNvPr>
          <p:cNvPicPr>
            <a:picLocks noChangeAspect="1"/>
          </p:cNvPicPr>
          <p:nvPr/>
        </p:nvPicPr>
        <p:blipFill>
          <a:blip r:embed="rId3"/>
          <a:stretch>
            <a:fillRect/>
          </a:stretch>
        </p:blipFill>
        <p:spPr>
          <a:xfrm>
            <a:off x="254925" y="1275364"/>
            <a:ext cx="6692900" cy="3898900"/>
          </a:xfrm>
          <a:prstGeom prst="rect">
            <a:avLst/>
          </a:prstGeom>
        </p:spPr>
      </p:pic>
      <p:pic>
        <p:nvPicPr>
          <p:cNvPr id="5" name="Picture 4">
            <a:extLst>
              <a:ext uri="{FF2B5EF4-FFF2-40B4-BE49-F238E27FC236}">
                <a16:creationId xmlns:a16="http://schemas.microsoft.com/office/drawing/2014/main" id="{4BCCDA39-1573-5B39-F500-97E2115FE8C9}"/>
              </a:ext>
            </a:extLst>
          </p:cNvPr>
          <p:cNvPicPr>
            <a:picLocks noChangeAspect="1"/>
          </p:cNvPicPr>
          <p:nvPr/>
        </p:nvPicPr>
        <p:blipFill>
          <a:blip r:embed="rId4"/>
          <a:stretch>
            <a:fillRect/>
          </a:stretch>
        </p:blipFill>
        <p:spPr>
          <a:xfrm>
            <a:off x="4309369" y="2882653"/>
            <a:ext cx="5029200" cy="3276600"/>
          </a:xfrm>
          <a:prstGeom prst="rect">
            <a:avLst/>
          </a:prstGeom>
        </p:spPr>
      </p:pic>
      <p:pic>
        <p:nvPicPr>
          <p:cNvPr id="4" name="Picture 3">
            <a:extLst>
              <a:ext uri="{FF2B5EF4-FFF2-40B4-BE49-F238E27FC236}">
                <a16:creationId xmlns:a16="http://schemas.microsoft.com/office/drawing/2014/main" id="{C17294B7-6582-711B-3B27-659DD7AD29CD}"/>
              </a:ext>
            </a:extLst>
          </p:cNvPr>
          <p:cNvPicPr>
            <a:picLocks noChangeAspect="1"/>
          </p:cNvPicPr>
          <p:nvPr/>
        </p:nvPicPr>
        <p:blipFill>
          <a:blip r:embed="rId5"/>
          <a:stretch>
            <a:fillRect/>
          </a:stretch>
        </p:blipFill>
        <p:spPr>
          <a:xfrm>
            <a:off x="7382212" y="1275364"/>
            <a:ext cx="4813300" cy="2527300"/>
          </a:xfrm>
          <a:prstGeom prst="rect">
            <a:avLst/>
          </a:prstGeom>
        </p:spPr>
      </p:pic>
    </p:spTree>
    <p:extLst>
      <p:ext uri="{BB962C8B-B14F-4D97-AF65-F5344CB8AC3E}">
        <p14:creationId xmlns:p14="http://schemas.microsoft.com/office/powerpoint/2010/main" val="20368889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549385-4DD7-349C-8600-3B4BE2DBD2DF}"/>
              </a:ext>
            </a:extLst>
          </p:cNvPr>
          <p:cNvSpPr>
            <a:spLocks noGrp="1"/>
          </p:cNvSpPr>
          <p:nvPr>
            <p:ph type="title"/>
          </p:nvPr>
        </p:nvSpPr>
        <p:spPr/>
        <p:txBody>
          <a:bodyPr/>
          <a:lstStyle/>
          <a:p>
            <a:r>
              <a:rPr lang="en-US" dirty="0"/>
              <a:t>Demonstration Insights</a:t>
            </a:r>
          </a:p>
        </p:txBody>
      </p:sp>
      <p:pic>
        <p:nvPicPr>
          <p:cNvPr id="5" name="Picture 4">
            <a:extLst>
              <a:ext uri="{FF2B5EF4-FFF2-40B4-BE49-F238E27FC236}">
                <a16:creationId xmlns:a16="http://schemas.microsoft.com/office/drawing/2014/main" id="{3EEA10CD-C0DE-457D-5FD9-CD40EE1802CA}"/>
              </a:ext>
            </a:extLst>
          </p:cNvPr>
          <p:cNvPicPr>
            <a:picLocks noChangeAspect="1"/>
          </p:cNvPicPr>
          <p:nvPr/>
        </p:nvPicPr>
        <p:blipFill>
          <a:blip r:embed="rId3"/>
          <a:stretch>
            <a:fillRect/>
          </a:stretch>
        </p:blipFill>
        <p:spPr>
          <a:xfrm>
            <a:off x="913208" y="1036451"/>
            <a:ext cx="7165472" cy="4429318"/>
          </a:xfrm>
          <a:prstGeom prst="rect">
            <a:avLst/>
          </a:prstGeom>
        </p:spPr>
      </p:pic>
      <p:pic>
        <p:nvPicPr>
          <p:cNvPr id="6" name="Picture 5">
            <a:extLst>
              <a:ext uri="{FF2B5EF4-FFF2-40B4-BE49-F238E27FC236}">
                <a16:creationId xmlns:a16="http://schemas.microsoft.com/office/drawing/2014/main" id="{A0536CC2-8A3E-3310-EC3E-E1448024E1CF}"/>
              </a:ext>
            </a:extLst>
          </p:cNvPr>
          <p:cNvPicPr>
            <a:picLocks noChangeAspect="1"/>
          </p:cNvPicPr>
          <p:nvPr/>
        </p:nvPicPr>
        <p:blipFill>
          <a:blip r:embed="rId4"/>
          <a:stretch>
            <a:fillRect/>
          </a:stretch>
        </p:blipFill>
        <p:spPr>
          <a:xfrm>
            <a:off x="6913872" y="5314905"/>
            <a:ext cx="4953000" cy="889000"/>
          </a:xfrm>
          <a:prstGeom prst="rect">
            <a:avLst/>
          </a:prstGeom>
        </p:spPr>
      </p:pic>
    </p:spTree>
    <p:extLst>
      <p:ext uri="{BB962C8B-B14F-4D97-AF65-F5344CB8AC3E}">
        <p14:creationId xmlns:p14="http://schemas.microsoft.com/office/powerpoint/2010/main" val="41150950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E1F05-7517-1910-0CA4-D0BFE9380FF1}"/>
              </a:ext>
            </a:extLst>
          </p:cNvPr>
          <p:cNvSpPr>
            <a:spLocks noGrp="1"/>
          </p:cNvSpPr>
          <p:nvPr>
            <p:ph type="title"/>
          </p:nvPr>
        </p:nvSpPr>
        <p:spPr>
          <a:xfrm>
            <a:off x="604780" y="425002"/>
            <a:ext cx="10898107" cy="611449"/>
          </a:xfrm>
        </p:spPr>
        <p:txBody>
          <a:bodyPr wrap="square" anchor="ctr">
            <a:normAutofit/>
          </a:bodyPr>
          <a:lstStyle/>
          <a:p>
            <a:r>
              <a:rPr lang="en-US" sz="3700"/>
              <a:t>Ideas for further analysis</a:t>
            </a:r>
          </a:p>
        </p:txBody>
      </p:sp>
      <p:sp>
        <p:nvSpPr>
          <p:cNvPr id="3" name="Content Placeholder 2">
            <a:extLst>
              <a:ext uri="{FF2B5EF4-FFF2-40B4-BE49-F238E27FC236}">
                <a16:creationId xmlns:a16="http://schemas.microsoft.com/office/drawing/2014/main" id="{CB33CFC6-8EEF-E5B7-8DAC-3ABDD36B78B5}"/>
              </a:ext>
            </a:extLst>
          </p:cNvPr>
          <p:cNvSpPr>
            <a:spLocks noGrp="1"/>
          </p:cNvSpPr>
          <p:nvPr>
            <p:ph idx="1"/>
          </p:nvPr>
        </p:nvSpPr>
        <p:spPr>
          <a:xfrm>
            <a:off x="612914" y="1868557"/>
            <a:ext cx="8527776" cy="3909393"/>
          </a:xfrm>
        </p:spPr>
        <p:txBody>
          <a:bodyPr>
            <a:normAutofit/>
          </a:bodyPr>
          <a:lstStyle/>
          <a:p>
            <a:pPr>
              <a:lnSpc>
                <a:spcPct val="90000"/>
              </a:lnSpc>
            </a:pPr>
            <a:r>
              <a:rPr lang="en-US" sz="2100"/>
              <a:t>So, if you wanted to extend this analysis for Hack Day..</a:t>
            </a:r>
          </a:p>
          <a:p>
            <a:pPr lvl="1">
              <a:lnSpc>
                <a:spcPct val="90000"/>
              </a:lnSpc>
            </a:pPr>
            <a:r>
              <a:rPr lang="en-US" sz="2100"/>
              <a:t>You could consider doing the same type of analysis on a different trial.</a:t>
            </a:r>
          </a:p>
          <a:p>
            <a:pPr lvl="1">
              <a:lnSpc>
                <a:spcPct val="90000"/>
              </a:lnSpc>
            </a:pPr>
            <a:r>
              <a:rPr lang="en-US" sz="2100"/>
              <a:t>You could consider using the same trial, but defining your groups differently (by biological sex, age, control vs. everything else)</a:t>
            </a:r>
          </a:p>
          <a:p>
            <a:pPr lvl="1">
              <a:lnSpc>
                <a:spcPct val="90000"/>
              </a:lnSpc>
            </a:pPr>
            <a:r>
              <a:rPr lang="en-US" sz="2100"/>
              <a:t>You can derive your own definition for time-to-culture-conversion</a:t>
            </a:r>
          </a:p>
          <a:p>
            <a:pPr lvl="1">
              <a:lnSpc>
                <a:spcPct val="90000"/>
              </a:lnSpc>
            </a:pPr>
            <a:r>
              <a:rPr lang="en-US" sz="2100"/>
              <a:t>You could consider other models, such as Cox PH or multi-level models.</a:t>
            </a:r>
          </a:p>
          <a:p>
            <a:pPr lvl="1">
              <a:lnSpc>
                <a:spcPct val="90000"/>
              </a:lnSpc>
            </a:pPr>
            <a:r>
              <a:rPr lang="en-US" sz="2100"/>
              <a:t>You can try to aggregate results from more than one trial.</a:t>
            </a:r>
          </a:p>
        </p:txBody>
      </p:sp>
      <p:pic>
        <p:nvPicPr>
          <p:cNvPr id="7" name="Picture 6" descr="A door with a bench in front of it&#10;&#10;AI-generated content may be incorrect.">
            <a:extLst>
              <a:ext uri="{FF2B5EF4-FFF2-40B4-BE49-F238E27FC236}">
                <a16:creationId xmlns:a16="http://schemas.microsoft.com/office/drawing/2014/main" id="{FDB34CA3-0888-101E-BAEA-669F5AEF7368}"/>
              </a:ext>
            </a:extLst>
          </p:cNvPr>
          <p:cNvPicPr>
            <a:picLocks noChangeAspect="1"/>
          </p:cNvPicPr>
          <p:nvPr/>
        </p:nvPicPr>
        <p:blipFill>
          <a:blip r:embed="rId3"/>
          <a:srcRect l="10361" r="16924" b="-5"/>
          <a:stretch>
            <a:fillRect/>
          </a:stretch>
        </p:blipFill>
        <p:spPr>
          <a:xfrm>
            <a:off x="9331190" y="1868557"/>
            <a:ext cx="2131943" cy="3909393"/>
          </a:xfrm>
          <a:prstGeom prst="rect">
            <a:avLst/>
          </a:prstGeom>
          <a:noFill/>
        </p:spPr>
      </p:pic>
    </p:spTree>
    <p:extLst>
      <p:ext uri="{BB962C8B-B14F-4D97-AF65-F5344CB8AC3E}">
        <p14:creationId xmlns:p14="http://schemas.microsoft.com/office/powerpoint/2010/main" val="3262859999"/>
      </p:ext>
    </p:extLst>
  </p:cSld>
  <p:clrMapOvr>
    <a:masterClrMapping/>
  </p:clrMapOvr>
</p:sld>
</file>

<file path=ppt/theme/theme1.xml><?xml version="1.0" encoding="utf-8"?>
<a:theme xmlns:a="http://schemas.openxmlformats.org/drawingml/2006/main" name="UCSF Contemporary Pattern 1">
  <a:themeElements>
    <a:clrScheme name="USCF Template">
      <a:dk1>
        <a:srgbClr val="052049"/>
      </a:dk1>
      <a:lt1>
        <a:srgbClr val="FFFFFF"/>
      </a:lt1>
      <a:dk2>
        <a:srgbClr val="052049"/>
      </a:dk2>
      <a:lt2>
        <a:srgbClr val="FFFFFF"/>
      </a:lt2>
      <a:accent1>
        <a:srgbClr val="178CCB"/>
      </a:accent1>
      <a:accent2>
        <a:srgbClr val="16A0AC"/>
      </a:accent2>
      <a:accent3>
        <a:srgbClr val="32A03E"/>
      </a:accent3>
      <a:accent4>
        <a:srgbClr val="6E61D7"/>
      </a:accent4>
      <a:accent5>
        <a:srgbClr val="A238BA"/>
      </a:accent5>
      <a:accent6>
        <a:srgbClr val="C32882"/>
      </a:accent6>
      <a:hlink>
        <a:srgbClr val="178CCB"/>
      </a:hlink>
      <a:folHlink>
        <a:srgbClr val="5F5F5F"/>
      </a:folHlink>
    </a:clrScheme>
    <a:fontScheme name="UCSF">
      <a:majorFont>
        <a:latin typeface="Garamond"/>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w="19050" algn="ctr">
          <a:noFill/>
          <a:miter lim="800000"/>
          <a:headEnd/>
          <a:tailEnd/>
        </a:ln>
      </a:spPr>
      <a:bodyPr wrap="none" rtlCol="0" anchor="ctr"/>
      <a:lstStyle>
        <a:defPPr algn="ctr">
          <a:lnSpc>
            <a:spcPct val="90000"/>
          </a:lnSpc>
          <a:defRPr sz="1600" b="1" dirty="0" err="1" smtClean="0">
            <a:solidFill>
              <a:schemeClr val="bg1"/>
            </a:solidFill>
            <a:latin typeface="+mj-lt"/>
          </a:defRPr>
        </a:defPPr>
      </a:lstStyle>
    </a:spDef>
    <a:lnDef>
      <a:spPr>
        <a:ln w="28575">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bwMode="auto">
        <a:noFill/>
        <a:ln w="19050" algn="ctr">
          <a:noFill/>
          <a:miter lim="800000"/>
          <a:headEnd/>
          <a:tailEnd/>
        </a:ln>
      </a:spPr>
      <a:bodyPr wrap="square" lIns="0" tIns="0" rIns="0" bIns="0" rtlCol="0">
        <a:spAutoFit/>
      </a:bodyPr>
      <a:lstStyle>
        <a:defPPr>
          <a:defRPr sz="2000" dirty="0" err="1" smtClean="0"/>
        </a:defPPr>
      </a:lstStyle>
    </a:txDef>
  </a:objectDefaults>
  <a:extraClrSchemeLst/>
  <a:extLst>
    <a:ext uri="{05A4C25C-085E-4340-85A3-A5531E510DB2}">
      <thm15:themeFamily xmlns:thm15="http://schemas.microsoft.com/office/thememl/2012/main" name="e3_UCSF-16x9-FontA_test2" id="{24DA3907-1B0C-0B4F-8531-D21433304D1E}" vid="{5AF78529-A89B-1E41-BE10-0E2BEF66F84E}"/>
    </a:ext>
  </a:extLst>
</a:theme>
</file>

<file path=ppt/theme/theme2.xml><?xml version="1.0" encoding="utf-8"?>
<a:theme xmlns:a="http://schemas.openxmlformats.org/drawingml/2006/main" name="UCSF Classic">
  <a:themeElements>
    <a:clrScheme name="USCF Template">
      <a:dk1>
        <a:srgbClr val="052049"/>
      </a:dk1>
      <a:lt1>
        <a:srgbClr val="FFFFFF"/>
      </a:lt1>
      <a:dk2>
        <a:srgbClr val="052049"/>
      </a:dk2>
      <a:lt2>
        <a:srgbClr val="FFFFFF"/>
      </a:lt2>
      <a:accent1>
        <a:srgbClr val="178CCB"/>
      </a:accent1>
      <a:accent2>
        <a:srgbClr val="16A0AC"/>
      </a:accent2>
      <a:accent3>
        <a:srgbClr val="32A03E"/>
      </a:accent3>
      <a:accent4>
        <a:srgbClr val="6E61D7"/>
      </a:accent4>
      <a:accent5>
        <a:srgbClr val="A238BA"/>
      </a:accent5>
      <a:accent6>
        <a:srgbClr val="C32882"/>
      </a:accent6>
      <a:hlink>
        <a:srgbClr val="178CCB"/>
      </a:hlink>
      <a:folHlink>
        <a:srgbClr val="5F5F5F"/>
      </a:folHlink>
    </a:clrScheme>
    <a:fontScheme name="Garamond">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w="19050" algn="ctr">
          <a:noFill/>
          <a:miter lim="800000"/>
          <a:headEnd/>
          <a:tailEnd/>
        </a:ln>
      </a:spPr>
      <a:bodyPr wrap="none" rtlCol="0" anchor="ctr"/>
      <a:lstStyle>
        <a:defPPr algn="ctr">
          <a:lnSpc>
            <a:spcPct val="90000"/>
          </a:lnSpc>
          <a:defRPr sz="1600" b="1" dirty="0" err="1" smtClean="0">
            <a:solidFill>
              <a:schemeClr val="bg1"/>
            </a:solidFill>
            <a:latin typeface="+mj-lt"/>
          </a:defRPr>
        </a:defPPr>
      </a:lstStyle>
    </a:spDef>
    <a:lnDef>
      <a:spPr>
        <a:ln w="28575">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bwMode="auto">
        <a:noFill/>
        <a:ln w="19050" algn="ctr">
          <a:noFill/>
          <a:miter lim="800000"/>
          <a:headEnd/>
          <a:tailEnd/>
        </a:ln>
      </a:spPr>
      <a:bodyPr wrap="square" lIns="0" tIns="0" rIns="0" bIns="0" rtlCol="0">
        <a:noAutofit/>
      </a:bodyPr>
      <a:lstStyle>
        <a:defPPr marL="342900" indent="-342900">
          <a:buClr>
            <a:schemeClr val="accent1"/>
          </a:buClr>
          <a:buSzPct val="80000"/>
          <a:buFont typeface="Wingdings" charset="2"/>
          <a:buChar char="§"/>
          <a:defRPr sz="2000" dirty="0" smtClean="0">
            <a:solidFill>
              <a:schemeClr val="tx1"/>
            </a:solidFill>
          </a:defRPr>
        </a:defPPr>
      </a:lstStyle>
    </a:txDef>
  </a:objectDefaults>
  <a:extraClrSchemeLst/>
  <a:extLst>
    <a:ext uri="{05A4C25C-085E-4340-85A3-A5531E510DB2}">
      <thm15:themeFamily xmlns:thm15="http://schemas.microsoft.com/office/thememl/2012/main" name="e3_UCSF-16x9-FontA_test2" id="{24DA3907-1B0C-0B4F-8531-D21433304D1E}" vid="{D9C2AF2E-EB53-994D-B007-E3AEEE4B0E8B}"/>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UCSF_MasterBrandPowerPoint Template_16x9</Template>
  <TotalTime>2699</TotalTime>
  <Words>2903</Words>
  <Application>Microsoft Macintosh PowerPoint</Application>
  <PresentationFormat>Widescreen</PresentationFormat>
  <Paragraphs>76</Paragraphs>
  <Slides>11</Slides>
  <Notes>11</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11</vt:i4>
      </vt:variant>
    </vt:vector>
  </HeadingPairs>
  <TitlesOfParts>
    <vt:vector size="18" baseType="lpstr">
      <vt:lpstr>.AppleSystemUIFont</vt:lpstr>
      <vt:lpstr>Aptos</vt:lpstr>
      <vt:lpstr>Arial</vt:lpstr>
      <vt:lpstr>Garamond</vt:lpstr>
      <vt:lpstr>Wingdings</vt:lpstr>
      <vt:lpstr>UCSF Contemporary Pattern 1</vt:lpstr>
      <vt:lpstr>UCSF Classic</vt:lpstr>
      <vt:lpstr>TB PACTS HACKATHON</vt:lpstr>
      <vt:lpstr>What is “efficacy” in a trial</vt:lpstr>
      <vt:lpstr>Time-to-positivity (TTP)</vt:lpstr>
      <vt:lpstr>Time-to-culture-conversion (TTCC)</vt:lpstr>
      <vt:lpstr>Other measurements</vt:lpstr>
      <vt:lpstr>What is time to event (Survival) analysis?</vt:lpstr>
      <vt:lpstr>Survival Analysis and TTP/TTCC</vt:lpstr>
      <vt:lpstr>Descriptive Analysis: Kaplan Meier (KM)</vt:lpstr>
      <vt:lpstr>Demonstration</vt:lpstr>
      <vt:lpstr>Demonstration Insights</vt:lpstr>
      <vt:lpstr>Ideas for further analysis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Aldana, Brian</dc:creator>
  <cp:lastModifiedBy>Aldana, Brian</cp:lastModifiedBy>
  <cp:revision>2</cp:revision>
  <dcterms:created xsi:type="dcterms:W3CDTF">2026-02-05T19:25:18Z</dcterms:created>
  <dcterms:modified xsi:type="dcterms:W3CDTF">2026-02-09T20:24:03Z</dcterms:modified>
</cp:coreProperties>
</file>