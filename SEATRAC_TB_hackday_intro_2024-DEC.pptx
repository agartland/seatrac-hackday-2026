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3"/>
  </p:notesMasterIdLst>
  <p:sldIdLst>
    <p:sldId id="383" r:id="rId5"/>
    <p:sldId id="2145706870" r:id="rId6"/>
    <p:sldId id="2145706865" r:id="rId7"/>
    <p:sldId id="2145706873" r:id="rId8"/>
    <p:sldId id="2145706852" r:id="rId9"/>
    <p:sldId id="2145706839" r:id="rId10"/>
    <p:sldId id="2145706843" r:id="rId11"/>
    <p:sldId id="21457068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5AD650-8F59-61C2-531D-33CF08FAFE0B}" name="Fiore-Gartland, Andrew J" initials="FJ" userId="S::agartlan@fredhutch.org::e2c7091a-4529-410b-8188-b1bfa8d6e467" providerId="AD"/>
  <p188:author id="{FE855CC6-FD4D-D259-9418-6073B63A4B35}" name="Voillet, Valentin" initials="VV" userId="S::vvoillet@fredhutch.org::0a13535f-90c1-40b4-b0be-971f5f352f37" providerId="AD"/>
  <p188:author id="{EE617DD1-797E-5D1C-9E2D-8809892AF862}" name="Andersen-Nissen PhD, Erica" initials="ANPE" userId="S::eanderse@fredhutch.org::9f09097f-61d9-4e7b-89f3-30f0cb57d0cb" providerId="AD"/>
  <p188:author id="{CA3281D5-9F5F-2773-44CD-562D85D8FFC3}" name="Fleming, Lamar M" initials="FM" userId="S::lballweb@fredhutch.org::68d41d4b-20a1-4a8f-a703-f1ca996b472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BFBFBF"/>
    <a:srgbClr val="93C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C3A2FB-FF91-48B9-8480-93590B23BB65}" v="2" dt="2023-12-13T15:32:11.713"/>
    <p1510:client id="{7BAD712C-8857-466A-ACE2-137E4D48EF03}" v="693" dt="2023-12-12T23:05:09.1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637" autoAdjust="0"/>
  </p:normalViewPr>
  <p:slideViewPr>
    <p:cSldViewPr snapToGrid="0">
      <p:cViewPr varScale="1">
        <p:scale>
          <a:sx n="129" d="100"/>
          <a:sy n="129" d="100"/>
        </p:scale>
        <p:origin x="141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ore-Gartland, Andrew J" userId="e2c7091a-4529-410b-8188-b1bfa8d6e467" providerId="ADAL" clId="{7BAD712C-8857-466A-ACE2-137E4D48EF03}"/>
    <pc:docChg chg="undo custSel addSld delSld modSld sldOrd modMainMaster">
      <pc:chgData name="Fiore-Gartland, Andrew J" userId="e2c7091a-4529-410b-8188-b1bfa8d6e467" providerId="ADAL" clId="{7BAD712C-8857-466A-ACE2-137E4D48EF03}" dt="2023-12-12T23:05:29.314" v="12460" actId="1076"/>
      <pc:docMkLst>
        <pc:docMk/>
      </pc:docMkLst>
      <pc:sldChg chg="del">
        <pc:chgData name="Fiore-Gartland, Andrew J" userId="e2c7091a-4529-410b-8188-b1bfa8d6e467" providerId="ADAL" clId="{7BAD712C-8857-466A-ACE2-137E4D48EF03}" dt="2023-12-07T17:40:09.400" v="1" actId="47"/>
        <pc:sldMkLst>
          <pc:docMk/>
          <pc:sldMk cId="1779709567" sldId="257"/>
        </pc:sldMkLst>
      </pc:sldChg>
      <pc:sldChg chg="del">
        <pc:chgData name="Fiore-Gartland, Andrew J" userId="e2c7091a-4529-410b-8188-b1bfa8d6e467" providerId="ADAL" clId="{7BAD712C-8857-466A-ACE2-137E4D48EF03}" dt="2023-12-07T17:40:20.711" v="2" actId="47"/>
        <pc:sldMkLst>
          <pc:docMk/>
          <pc:sldMk cId="1781846075" sldId="258"/>
        </pc:sldMkLst>
      </pc:sldChg>
      <pc:sldChg chg="addSp modSp mod">
        <pc:chgData name="Fiore-Gartland, Andrew J" userId="e2c7091a-4529-410b-8188-b1bfa8d6e467" providerId="ADAL" clId="{7BAD712C-8857-466A-ACE2-137E4D48EF03}" dt="2023-12-11T18:42:44.271" v="8865" actId="207"/>
        <pc:sldMkLst>
          <pc:docMk/>
          <pc:sldMk cId="3152602439" sldId="383"/>
        </pc:sldMkLst>
        <pc:spChg chg="mod">
          <ac:chgData name="Fiore-Gartland, Andrew J" userId="e2c7091a-4529-410b-8188-b1bfa8d6e467" providerId="ADAL" clId="{7BAD712C-8857-466A-ACE2-137E4D48EF03}" dt="2023-12-11T18:42:44.271" v="8865" actId="207"/>
          <ac:spMkLst>
            <pc:docMk/>
            <pc:sldMk cId="3152602439" sldId="383"/>
            <ac:spMk id="2" creationId="{9C6A5B32-273B-85C0-AE78-E510315561B8}"/>
          </ac:spMkLst>
        </pc:spChg>
        <pc:spChg chg="mod">
          <ac:chgData name="Fiore-Gartland, Andrew J" userId="e2c7091a-4529-410b-8188-b1bfa8d6e467" providerId="ADAL" clId="{7BAD712C-8857-466A-ACE2-137E4D48EF03}" dt="2023-12-11T18:42:44.271" v="8865" actId="207"/>
          <ac:spMkLst>
            <pc:docMk/>
            <pc:sldMk cId="3152602439" sldId="383"/>
            <ac:spMk id="3" creationId="{84B6D918-6E0E-2A3E-699A-C0A570134B60}"/>
          </ac:spMkLst>
        </pc:spChg>
        <pc:spChg chg="add mod">
          <ac:chgData name="Fiore-Gartland, Andrew J" userId="e2c7091a-4529-410b-8188-b1bfa8d6e467" providerId="ADAL" clId="{7BAD712C-8857-466A-ACE2-137E4D48EF03}" dt="2023-12-11T18:42:44.271" v="8865" actId="207"/>
          <ac:spMkLst>
            <pc:docMk/>
            <pc:sldMk cId="3152602439" sldId="383"/>
            <ac:spMk id="9" creationId="{FE5AC829-32A0-96DF-7C3E-8322F8A9C0CF}"/>
          </ac:spMkLst>
        </pc:spChg>
        <pc:picChg chg="add mod">
          <ac:chgData name="Fiore-Gartland, Andrew J" userId="e2c7091a-4529-410b-8188-b1bfa8d6e467" providerId="ADAL" clId="{7BAD712C-8857-466A-ACE2-137E4D48EF03}" dt="2023-12-11T18:42:24.882" v="8864" actId="1076"/>
          <ac:picMkLst>
            <pc:docMk/>
            <pc:sldMk cId="3152602439" sldId="383"/>
            <ac:picMk id="4" creationId="{EB2BAFA1-4C79-76C6-EC4D-3ED1957F1DA1}"/>
          </ac:picMkLst>
        </pc:picChg>
        <pc:picChg chg="add mod">
          <ac:chgData name="Fiore-Gartland, Andrew J" userId="e2c7091a-4529-410b-8188-b1bfa8d6e467" providerId="ADAL" clId="{7BAD712C-8857-466A-ACE2-137E4D48EF03}" dt="2023-12-07T17:43:20.403" v="18" actId="1076"/>
          <ac:picMkLst>
            <pc:docMk/>
            <pc:sldMk cId="3152602439" sldId="383"/>
            <ac:picMk id="5" creationId="{7B1C0B33-8F13-7808-4EF6-5D50ECC0862C}"/>
          </ac:picMkLst>
        </pc:picChg>
        <pc:picChg chg="add mod">
          <ac:chgData name="Fiore-Gartland, Andrew J" userId="e2c7091a-4529-410b-8188-b1bfa8d6e467" providerId="ADAL" clId="{7BAD712C-8857-466A-ACE2-137E4D48EF03}" dt="2023-12-07T17:43:18.230" v="17" actId="1076"/>
          <ac:picMkLst>
            <pc:docMk/>
            <pc:sldMk cId="3152602439" sldId="383"/>
            <ac:picMk id="6" creationId="{9CE16E0E-A06C-0D86-C447-5AE6D75B09F8}"/>
          </ac:picMkLst>
        </pc:picChg>
        <pc:picChg chg="add mod">
          <ac:chgData name="Fiore-Gartland, Andrew J" userId="e2c7091a-4529-410b-8188-b1bfa8d6e467" providerId="ADAL" clId="{7BAD712C-8857-466A-ACE2-137E4D48EF03}" dt="2023-12-07T17:43:18.230" v="17" actId="1076"/>
          <ac:picMkLst>
            <pc:docMk/>
            <pc:sldMk cId="3152602439" sldId="383"/>
            <ac:picMk id="7" creationId="{F298ED64-714D-E573-C435-94719557788F}"/>
          </ac:picMkLst>
        </pc:picChg>
        <pc:picChg chg="add mod">
          <ac:chgData name="Fiore-Gartland, Andrew J" userId="e2c7091a-4529-410b-8188-b1bfa8d6e467" providerId="ADAL" clId="{7BAD712C-8857-466A-ACE2-137E4D48EF03}" dt="2023-12-11T18:33:54.820" v="8722" actId="1076"/>
          <ac:picMkLst>
            <pc:docMk/>
            <pc:sldMk cId="3152602439" sldId="383"/>
            <ac:picMk id="8" creationId="{0491F2B0-F11B-28FC-AF8F-27FFC74FE8CE}"/>
          </ac:picMkLst>
        </pc:picChg>
      </pc:sldChg>
      <pc:sldChg chg="del">
        <pc:chgData name="Fiore-Gartland, Andrew J" userId="e2c7091a-4529-410b-8188-b1bfa8d6e467" providerId="ADAL" clId="{7BAD712C-8857-466A-ACE2-137E4D48EF03}" dt="2023-12-07T17:40:27.930" v="3" actId="47"/>
        <pc:sldMkLst>
          <pc:docMk/>
          <pc:sldMk cId="1054670108" sldId="462"/>
        </pc:sldMkLst>
      </pc:sldChg>
      <pc:sldChg chg="del">
        <pc:chgData name="Fiore-Gartland, Andrew J" userId="e2c7091a-4529-410b-8188-b1bfa8d6e467" providerId="ADAL" clId="{7BAD712C-8857-466A-ACE2-137E4D48EF03}" dt="2023-12-07T17:42:57.669" v="14" actId="47"/>
        <pc:sldMkLst>
          <pc:docMk/>
          <pc:sldMk cId="4087548844" sldId="463"/>
        </pc:sldMkLst>
      </pc:sldChg>
      <pc:sldChg chg="del">
        <pc:chgData name="Fiore-Gartland, Andrew J" userId="e2c7091a-4529-410b-8188-b1bfa8d6e467" providerId="ADAL" clId="{7BAD712C-8857-466A-ACE2-137E4D48EF03}" dt="2023-12-07T17:42:57.669" v="14" actId="47"/>
        <pc:sldMkLst>
          <pc:docMk/>
          <pc:sldMk cId="3681904911" sldId="507"/>
        </pc:sldMkLst>
      </pc:sldChg>
      <pc:sldChg chg="del">
        <pc:chgData name="Fiore-Gartland, Andrew J" userId="e2c7091a-4529-410b-8188-b1bfa8d6e467" providerId="ADAL" clId="{7BAD712C-8857-466A-ACE2-137E4D48EF03}" dt="2023-12-07T17:40:20.711" v="2" actId="47"/>
        <pc:sldMkLst>
          <pc:docMk/>
          <pc:sldMk cId="1647607128" sldId="508"/>
        </pc:sldMkLst>
      </pc:sldChg>
      <pc:sldChg chg="del">
        <pc:chgData name="Fiore-Gartland, Andrew J" userId="e2c7091a-4529-410b-8188-b1bfa8d6e467" providerId="ADAL" clId="{7BAD712C-8857-466A-ACE2-137E4D48EF03}" dt="2023-12-07T18:38:59.007" v="920" actId="47"/>
        <pc:sldMkLst>
          <pc:docMk/>
          <pc:sldMk cId="4052459840" sldId="1228"/>
        </pc:sldMkLst>
      </pc:sldChg>
      <pc:sldChg chg="del">
        <pc:chgData name="Fiore-Gartland, Andrew J" userId="e2c7091a-4529-410b-8188-b1bfa8d6e467" providerId="ADAL" clId="{7BAD712C-8857-466A-ACE2-137E4D48EF03}" dt="2023-12-07T17:40:09.400" v="1" actId="47"/>
        <pc:sldMkLst>
          <pc:docMk/>
          <pc:sldMk cId="2203020457" sldId="1231"/>
        </pc:sldMkLst>
      </pc:sldChg>
      <pc:sldChg chg="del">
        <pc:chgData name="Fiore-Gartland, Andrew J" userId="e2c7091a-4529-410b-8188-b1bfa8d6e467" providerId="ADAL" clId="{7BAD712C-8857-466A-ACE2-137E4D48EF03}" dt="2023-12-07T17:42:57.669" v="14" actId="47"/>
        <pc:sldMkLst>
          <pc:docMk/>
          <pc:sldMk cId="3704325222" sldId="1234"/>
        </pc:sldMkLst>
      </pc:sldChg>
      <pc:sldChg chg="del">
        <pc:chgData name="Fiore-Gartland, Andrew J" userId="e2c7091a-4529-410b-8188-b1bfa8d6e467" providerId="ADAL" clId="{7BAD712C-8857-466A-ACE2-137E4D48EF03}" dt="2023-12-07T17:40:20.711" v="2" actId="47"/>
        <pc:sldMkLst>
          <pc:docMk/>
          <pc:sldMk cId="113458622" sldId="1297"/>
        </pc:sldMkLst>
      </pc:sldChg>
      <pc:sldChg chg="del">
        <pc:chgData name="Fiore-Gartland, Andrew J" userId="e2c7091a-4529-410b-8188-b1bfa8d6e467" providerId="ADAL" clId="{7BAD712C-8857-466A-ACE2-137E4D48EF03}" dt="2023-12-07T17:42:57.669" v="14" actId="47"/>
        <pc:sldMkLst>
          <pc:docMk/>
          <pc:sldMk cId="2006498438" sldId="1322"/>
        </pc:sldMkLst>
      </pc:sldChg>
      <pc:sldChg chg="del">
        <pc:chgData name="Fiore-Gartland, Andrew J" userId="e2c7091a-4529-410b-8188-b1bfa8d6e467" providerId="ADAL" clId="{7BAD712C-8857-466A-ACE2-137E4D48EF03}" dt="2023-12-07T17:40:20.711" v="2" actId="47"/>
        <pc:sldMkLst>
          <pc:docMk/>
          <pc:sldMk cId="167384380" sldId="1587"/>
        </pc:sldMkLst>
      </pc:sldChg>
      <pc:sldChg chg="del">
        <pc:chgData name="Fiore-Gartland, Andrew J" userId="e2c7091a-4529-410b-8188-b1bfa8d6e467" providerId="ADAL" clId="{7BAD712C-8857-466A-ACE2-137E4D48EF03}" dt="2023-12-07T17:40:27.930" v="3" actId="47"/>
        <pc:sldMkLst>
          <pc:docMk/>
          <pc:sldMk cId="683692359" sldId="2006"/>
        </pc:sldMkLst>
      </pc:sldChg>
      <pc:sldChg chg="del">
        <pc:chgData name="Fiore-Gartland, Andrew J" userId="e2c7091a-4529-410b-8188-b1bfa8d6e467" providerId="ADAL" clId="{7BAD712C-8857-466A-ACE2-137E4D48EF03}" dt="2023-12-07T18:47:35.032" v="1016" actId="47"/>
        <pc:sldMkLst>
          <pc:docMk/>
          <pc:sldMk cId="3547998264" sldId="2007"/>
        </pc:sldMkLst>
      </pc:sldChg>
      <pc:sldChg chg="del">
        <pc:chgData name="Fiore-Gartland, Andrew J" userId="e2c7091a-4529-410b-8188-b1bfa8d6e467" providerId="ADAL" clId="{7BAD712C-8857-466A-ACE2-137E4D48EF03}" dt="2023-12-07T17:40:27.930" v="3" actId="47"/>
        <pc:sldMkLst>
          <pc:docMk/>
          <pc:sldMk cId="1573631456" sldId="2008"/>
        </pc:sldMkLst>
      </pc:sldChg>
      <pc:sldChg chg="del">
        <pc:chgData name="Fiore-Gartland, Andrew J" userId="e2c7091a-4529-410b-8188-b1bfa8d6e467" providerId="ADAL" clId="{7BAD712C-8857-466A-ACE2-137E4D48EF03}" dt="2023-12-07T17:40:09.400" v="1" actId="47"/>
        <pc:sldMkLst>
          <pc:docMk/>
          <pc:sldMk cId="2343592913" sldId="2011"/>
        </pc:sldMkLst>
      </pc:sldChg>
      <pc:sldChg chg="del">
        <pc:chgData name="Fiore-Gartland, Andrew J" userId="e2c7091a-4529-410b-8188-b1bfa8d6e467" providerId="ADAL" clId="{7BAD712C-8857-466A-ACE2-137E4D48EF03}" dt="2023-12-07T17:40:20.711" v="2" actId="47"/>
        <pc:sldMkLst>
          <pc:docMk/>
          <pc:sldMk cId="1459404257" sldId="2015"/>
        </pc:sldMkLst>
      </pc:sldChg>
      <pc:sldChg chg="del">
        <pc:chgData name="Fiore-Gartland, Andrew J" userId="e2c7091a-4529-410b-8188-b1bfa8d6e467" providerId="ADAL" clId="{7BAD712C-8857-466A-ACE2-137E4D48EF03}" dt="2023-12-07T17:42:57.669" v="14" actId="47"/>
        <pc:sldMkLst>
          <pc:docMk/>
          <pc:sldMk cId="3354363801" sldId="8972"/>
        </pc:sldMkLst>
      </pc:sldChg>
      <pc:sldChg chg="del">
        <pc:chgData name="Fiore-Gartland, Andrew J" userId="e2c7091a-4529-410b-8188-b1bfa8d6e467" providerId="ADAL" clId="{7BAD712C-8857-466A-ACE2-137E4D48EF03}" dt="2023-12-07T17:42:57.669" v="14" actId="47"/>
        <pc:sldMkLst>
          <pc:docMk/>
          <pc:sldMk cId="223028216" sldId="8980"/>
        </pc:sldMkLst>
      </pc:sldChg>
      <pc:sldChg chg="del">
        <pc:chgData name="Fiore-Gartland, Andrew J" userId="e2c7091a-4529-410b-8188-b1bfa8d6e467" providerId="ADAL" clId="{7BAD712C-8857-466A-ACE2-137E4D48EF03}" dt="2023-12-07T17:42:57.669" v="14" actId="47"/>
        <pc:sldMkLst>
          <pc:docMk/>
          <pc:sldMk cId="450906611" sldId="8982"/>
        </pc:sldMkLst>
      </pc:sldChg>
      <pc:sldChg chg="del">
        <pc:chgData name="Fiore-Gartland, Andrew J" userId="e2c7091a-4529-410b-8188-b1bfa8d6e467" providerId="ADAL" clId="{7BAD712C-8857-466A-ACE2-137E4D48EF03}" dt="2023-12-07T17:40:27.930" v="3" actId="47"/>
        <pc:sldMkLst>
          <pc:docMk/>
          <pc:sldMk cId="1521357821" sldId="8984"/>
        </pc:sldMkLst>
      </pc:sldChg>
      <pc:sldChg chg="del">
        <pc:chgData name="Fiore-Gartland, Andrew J" userId="e2c7091a-4529-410b-8188-b1bfa8d6e467" providerId="ADAL" clId="{7BAD712C-8857-466A-ACE2-137E4D48EF03}" dt="2023-12-07T17:40:27.930" v="3" actId="47"/>
        <pc:sldMkLst>
          <pc:docMk/>
          <pc:sldMk cId="738783616" sldId="8986"/>
        </pc:sldMkLst>
      </pc:sldChg>
      <pc:sldChg chg="del">
        <pc:chgData name="Fiore-Gartland, Andrew J" userId="e2c7091a-4529-410b-8188-b1bfa8d6e467" providerId="ADAL" clId="{7BAD712C-8857-466A-ACE2-137E4D48EF03}" dt="2023-12-07T17:42:57.669" v="14" actId="47"/>
        <pc:sldMkLst>
          <pc:docMk/>
          <pc:sldMk cId="1334638331" sldId="8988"/>
        </pc:sldMkLst>
      </pc:sldChg>
      <pc:sldChg chg="del">
        <pc:chgData name="Fiore-Gartland, Andrew J" userId="e2c7091a-4529-410b-8188-b1bfa8d6e467" providerId="ADAL" clId="{7BAD712C-8857-466A-ACE2-137E4D48EF03}" dt="2023-12-07T17:42:57.669" v="14" actId="47"/>
        <pc:sldMkLst>
          <pc:docMk/>
          <pc:sldMk cId="1893574561" sldId="9000"/>
        </pc:sldMkLst>
      </pc:sldChg>
      <pc:sldChg chg="del">
        <pc:chgData name="Fiore-Gartland, Andrew J" userId="e2c7091a-4529-410b-8188-b1bfa8d6e467" providerId="ADAL" clId="{7BAD712C-8857-466A-ACE2-137E4D48EF03}" dt="2023-12-07T17:40:27.930" v="3" actId="47"/>
        <pc:sldMkLst>
          <pc:docMk/>
          <pc:sldMk cId="3463082273" sldId="9001"/>
        </pc:sldMkLst>
      </pc:sldChg>
      <pc:sldChg chg="del">
        <pc:chgData name="Fiore-Gartland, Andrew J" userId="e2c7091a-4529-410b-8188-b1bfa8d6e467" providerId="ADAL" clId="{7BAD712C-8857-466A-ACE2-137E4D48EF03}" dt="2023-12-07T17:40:27.930" v="3" actId="47"/>
        <pc:sldMkLst>
          <pc:docMk/>
          <pc:sldMk cId="127108146" sldId="9002"/>
        </pc:sldMkLst>
      </pc:sldChg>
      <pc:sldChg chg="del">
        <pc:chgData name="Fiore-Gartland, Andrew J" userId="e2c7091a-4529-410b-8188-b1bfa8d6e467" providerId="ADAL" clId="{7BAD712C-8857-466A-ACE2-137E4D48EF03}" dt="2023-12-07T17:42:57.669" v="14" actId="47"/>
        <pc:sldMkLst>
          <pc:docMk/>
          <pc:sldMk cId="3409193216" sldId="9003"/>
        </pc:sldMkLst>
      </pc:sldChg>
      <pc:sldChg chg="del">
        <pc:chgData name="Fiore-Gartland, Andrew J" userId="e2c7091a-4529-410b-8188-b1bfa8d6e467" providerId="ADAL" clId="{7BAD712C-8857-466A-ACE2-137E4D48EF03}" dt="2023-12-07T17:40:27.930" v="3" actId="47"/>
        <pc:sldMkLst>
          <pc:docMk/>
          <pc:sldMk cId="3371491176" sldId="9005"/>
        </pc:sldMkLst>
      </pc:sldChg>
      <pc:sldChg chg="del">
        <pc:chgData name="Fiore-Gartland, Andrew J" userId="e2c7091a-4529-410b-8188-b1bfa8d6e467" providerId="ADAL" clId="{7BAD712C-8857-466A-ACE2-137E4D48EF03}" dt="2023-12-07T17:42:57.669" v="14" actId="47"/>
        <pc:sldMkLst>
          <pc:docMk/>
          <pc:sldMk cId="1354065962" sldId="9047"/>
        </pc:sldMkLst>
      </pc:sldChg>
      <pc:sldChg chg="del">
        <pc:chgData name="Fiore-Gartland, Andrew J" userId="e2c7091a-4529-410b-8188-b1bfa8d6e467" providerId="ADAL" clId="{7BAD712C-8857-466A-ACE2-137E4D48EF03}" dt="2023-12-07T17:42:57.669" v="14" actId="47"/>
        <pc:sldMkLst>
          <pc:docMk/>
          <pc:sldMk cId="1877417318" sldId="9051"/>
        </pc:sldMkLst>
      </pc:sldChg>
      <pc:sldChg chg="del">
        <pc:chgData name="Fiore-Gartland, Andrew J" userId="e2c7091a-4529-410b-8188-b1bfa8d6e467" providerId="ADAL" clId="{7BAD712C-8857-466A-ACE2-137E4D48EF03}" dt="2023-12-07T17:40:27.930" v="3" actId="47"/>
        <pc:sldMkLst>
          <pc:docMk/>
          <pc:sldMk cId="1591682147" sldId="9053"/>
        </pc:sldMkLst>
      </pc:sldChg>
      <pc:sldChg chg="del">
        <pc:chgData name="Fiore-Gartland, Andrew J" userId="e2c7091a-4529-410b-8188-b1bfa8d6e467" providerId="ADAL" clId="{7BAD712C-8857-466A-ACE2-137E4D48EF03}" dt="2023-12-07T17:40:27.930" v="3" actId="47"/>
        <pc:sldMkLst>
          <pc:docMk/>
          <pc:sldMk cId="1751820977" sldId="9054"/>
        </pc:sldMkLst>
      </pc:sldChg>
      <pc:sldChg chg="del">
        <pc:chgData name="Fiore-Gartland, Andrew J" userId="e2c7091a-4529-410b-8188-b1bfa8d6e467" providerId="ADAL" clId="{7BAD712C-8857-466A-ACE2-137E4D48EF03}" dt="2023-12-07T17:40:27.930" v="3" actId="47"/>
        <pc:sldMkLst>
          <pc:docMk/>
          <pc:sldMk cId="3950807927" sldId="9056"/>
        </pc:sldMkLst>
      </pc:sldChg>
      <pc:sldChg chg="del">
        <pc:chgData name="Fiore-Gartland, Andrew J" userId="e2c7091a-4529-410b-8188-b1bfa8d6e467" providerId="ADAL" clId="{7BAD712C-8857-466A-ACE2-137E4D48EF03}" dt="2023-12-07T17:42:57.669" v="14" actId="47"/>
        <pc:sldMkLst>
          <pc:docMk/>
          <pc:sldMk cId="3806609448" sldId="9059"/>
        </pc:sldMkLst>
      </pc:sldChg>
      <pc:sldChg chg="del">
        <pc:chgData name="Fiore-Gartland, Andrew J" userId="e2c7091a-4529-410b-8188-b1bfa8d6e467" providerId="ADAL" clId="{7BAD712C-8857-466A-ACE2-137E4D48EF03}" dt="2023-12-07T17:42:57.669" v="14" actId="47"/>
        <pc:sldMkLst>
          <pc:docMk/>
          <pc:sldMk cId="338466500" sldId="9060"/>
        </pc:sldMkLst>
      </pc:sldChg>
      <pc:sldChg chg="modSp del mod">
        <pc:chgData name="Fiore-Gartland, Andrew J" userId="e2c7091a-4529-410b-8188-b1bfa8d6e467" providerId="ADAL" clId="{7BAD712C-8857-466A-ACE2-137E4D48EF03}" dt="2023-12-12T23:02:28.958" v="12367" actId="47"/>
        <pc:sldMkLst>
          <pc:docMk/>
          <pc:sldMk cId="3672934915" sldId="9061"/>
        </pc:sldMkLst>
        <pc:spChg chg="mod">
          <ac:chgData name="Fiore-Gartland, Andrew J" userId="e2c7091a-4529-410b-8188-b1bfa8d6e467" providerId="ADAL" clId="{7BAD712C-8857-466A-ACE2-137E4D48EF03}" dt="2023-12-12T00:42:54.225" v="11484" actId="20577"/>
          <ac:spMkLst>
            <pc:docMk/>
            <pc:sldMk cId="3672934915" sldId="9061"/>
            <ac:spMk id="2" creationId="{00000000-0000-0000-0000-000000000000}"/>
          </ac:spMkLst>
        </pc:spChg>
      </pc:sldChg>
      <pc:sldChg chg="del">
        <pc:chgData name="Fiore-Gartland, Andrew J" userId="e2c7091a-4529-410b-8188-b1bfa8d6e467" providerId="ADAL" clId="{7BAD712C-8857-466A-ACE2-137E4D48EF03}" dt="2023-12-07T18:44:45.905" v="948" actId="47"/>
        <pc:sldMkLst>
          <pc:docMk/>
          <pc:sldMk cId="444099615" sldId="9062"/>
        </pc:sldMkLst>
      </pc:sldChg>
      <pc:sldChg chg="delSp modSp del mod delAnim">
        <pc:chgData name="Fiore-Gartland, Andrew J" userId="e2c7091a-4529-410b-8188-b1bfa8d6e467" providerId="ADAL" clId="{7BAD712C-8857-466A-ACE2-137E4D48EF03}" dt="2023-12-07T17:58:57.959" v="448" actId="47"/>
        <pc:sldMkLst>
          <pc:docMk/>
          <pc:sldMk cId="1037509220" sldId="9063"/>
        </pc:sldMkLst>
        <pc:spChg chg="del">
          <ac:chgData name="Fiore-Gartland, Andrew J" userId="e2c7091a-4529-410b-8188-b1bfa8d6e467" providerId="ADAL" clId="{7BAD712C-8857-466A-ACE2-137E4D48EF03}" dt="2023-12-07T17:48:47.633" v="244" actId="478"/>
          <ac:spMkLst>
            <pc:docMk/>
            <pc:sldMk cId="1037509220" sldId="9063"/>
            <ac:spMk id="2" creationId="{0621305C-85D3-3354-E526-6F2376D7980F}"/>
          </ac:spMkLst>
        </pc:spChg>
        <pc:spChg chg="mod">
          <ac:chgData name="Fiore-Gartland, Andrew J" userId="e2c7091a-4529-410b-8188-b1bfa8d6e467" providerId="ADAL" clId="{7BAD712C-8857-466A-ACE2-137E4D48EF03}" dt="2023-12-07T17:57:29.843" v="425" actId="20577"/>
          <ac:spMkLst>
            <pc:docMk/>
            <pc:sldMk cId="1037509220" sldId="9063"/>
            <ac:spMk id="4" creationId="{8A5B1908-5A22-9937-4236-7133897B0BD4}"/>
          </ac:spMkLst>
        </pc:spChg>
        <pc:picChg chg="del">
          <ac:chgData name="Fiore-Gartland, Andrew J" userId="e2c7091a-4529-410b-8188-b1bfa8d6e467" providerId="ADAL" clId="{7BAD712C-8857-466A-ACE2-137E4D48EF03}" dt="2023-12-07T17:48:56.119" v="245" actId="478"/>
          <ac:picMkLst>
            <pc:docMk/>
            <pc:sldMk cId="1037509220" sldId="9063"/>
            <ac:picMk id="5" creationId="{908CACBF-2C09-3CF4-7430-87C2D468B97B}"/>
          </ac:picMkLst>
        </pc:picChg>
        <pc:picChg chg="del">
          <ac:chgData name="Fiore-Gartland, Andrew J" userId="e2c7091a-4529-410b-8188-b1bfa8d6e467" providerId="ADAL" clId="{7BAD712C-8857-466A-ACE2-137E4D48EF03}" dt="2023-12-07T17:48:56.119" v="245" actId="478"/>
          <ac:picMkLst>
            <pc:docMk/>
            <pc:sldMk cId="1037509220" sldId="9063"/>
            <ac:picMk id="11" creationId="{0827AE40-5152-6B38-E297-3D0A3E14E156}"/>
          </ac:picMkLst>
        </pc:picChg>
        <pc:picChg chg="del">
          <ac:chgData name="Fiore-Gartland, Andrew J" userId="e2c7091a-4529-410b-8188-b1bfa8d6e467" providerId="ADAL" clId="{7BAD712C-8857-466A-ACE2-137E4D48EF03}" dt="2023-12-07T17:48:56.119" v="245" actId="478"/>
          <ac:picMkLst>
            <pc:docMk/>
            <pc:sldMk cId="1037509220" sldId="9063"/>
            <ac:picMk id="12" creationId="{3AEC26DD-29D4-9C70-F185-37D902C414F2}"/>
          </ac:picMkLst>
        </pc:picChg>
        <pc:picChg chg="del">
          <ac:chgData name="Fiore-Gartland, Andrew J" userId="e2c7091a-4529-410b-8188-b1bfa8d6e467" providerId="ADAL" clId="{7BAD712C-8857-466A-ACE2-137E4D48EF03}" dt="2023-12-07T17:48:57.872" v="246" actId="478"/>
          <ac:picMkLst>
            <pc:docMk/>
            <pc:sldMk cId="1037509220" sldId="9063"/>
            <ac:picMk id="14" creationId="{ABECBE77-D277-1A84-EDAB-3E882C4AD6F0}"/>
          </ac:picMkLst>
        </pc:picChg>
      </pc:sldChg>
      <pc:sldChg chg="del">
        <pc:chgData name="Fiore-Gartland, Andrew J" userId="e2c7091a-4529-410b-8188-b1bfa8d6e467" providerId="ADAL" clId="{7BAD712C-8857-466A-ACE2-137E4D48EF03}" dt="2023-12-07T17:42:57.669" v="14" actId="47"/>
        <pc:sldMkLst>
          <pc:docMk/>
          <pc:sldMk cId="1590983407" sldId="9085"/>
        </pc:sldMkLst>
      </pc:sldChg>
      <pc:sldChg chg="del">
        <pc:chgData name="Fiore-Gartland, Andrew J" userId="e2c7091a-4529-410b-8188-b1bfa8d6e467" providerId="ADAL" clId="{7BAD712C-8857-466A-ACE2-137E4D48EF03}" dt="2023-12-07T17:42:57.669" v="14" actId="47"/>
        <pc:sldMkLst>
          <pc:docMk/>
          <pc:sldMk cId="3673200224" sldId="9145"/>
        </pc:sldMkLst>
      </pc:sldChg>
      <pc:sldChg chg="del">
        <pc:chgData name="Fiore-Gartland, Andrew J" userId="e2c7091a-4529-410b-8188-b1bfa8d6e467" providerId="ADAL" clId="{7BAD712C-8857-466A-ACE2-137E4D48EF03}" dt="2023-12-07T17:42:57.669" v="14" actId="47"/>
        <pc:sldMkLst>
          <pc:docMk/>
          <pc:sldMk cId="3213975224" sldId="9146"/>
        </pc:sldMkLst>
      </pc:sldChg>
      <pc:sldChg chg="del">
        <pc:chgData name="Fiore-Gartland, Andrew J" userId="e2c7091a-4529-410b-8188-b1bfa8d6e467" providerId="ADAL" clId="{7BAD712C-8857-466A-ACE2-137E4D48EF03}" dt="2023-12-07T17:42:57.669" v="14" actId="47"/>
        <pc:sldMkLst>
          <pc:docMk/>
          <pc:sldMk cId="3505848221" sldId="9154"/>
        </pc:sldMkLst>
      </pc:sldChg>
      <pc:sldChg chg="del">
        <pc:chgData name="Fiore-Gartland, Andrew J" userId="e2c7091a-4529-410b-8188-b1bfa8d6e467" providerId="ADAL" clId="{7BAD712C-8857-466A-ACE2-137E4D48EF03}" dt="2023-12-07T17:42:57.669" v="14" actId="47"/>
        <pc:sldMkLst>
          <pc:docMk/>
          <pc:sldMk cId="3425305443" sldId="9157"/>
        </pc:sldMkLst>
      </pc:sldChg>
      <pc:sldChg chg="del">
        <pc:chgData name="Fiore-Gartland, Andrew J" userId="e2c7091a-4529-410b-8188-b1bfa8d6e467" providerId="ADAL" clId="{7BAD712C-8857-466A-ACE2-137E4D48EF03}" dt="2023-12-07T17:42:57.669" v="14" actId="47"/>
        <pc:sldMkLst>
          <pc:docMk/>
          <pc:sldMk cId="864048755" sldId="9158"/>
        </pc:sldMkLst>
      </pc:sldChg>
      <pc:sldChg chg="del">
        <pc:chgData name="Fiore-Gartland, Andrew J" userId="e2c7091a-4529-410b-8188-b1bfa8d6e467" providerId="ADAL" clId="{7BAD712C-8857-466A-ACE2-137E4D48EF03}" dt="2023-12-07T17:42:57.669" v="14" actId="47"/>
        <pc:sldMkLst>
          <pc:docMk/>
          <pc:sldMk cId="3804762111" sldId="9159"/>
        </pc:sldMkLst>
      </pc:sldChg>
      <pc:sldChg chg="modSp mod ord">
        <pc:chgData name="Fiore-Gartland, Andrew J" userId="e2c7091a-4529-410b-8188-b1bfa8d6e467" providerId="ADAL" clId="{7BAD712C-8857-466A-ACE2-137E4D48EF03}" dt="2023-12-07T18:47:22.515" v="1015" actId="1076"/>
        <pc:sldMkLst>
          <pc:docMk/>
          <pc:sldMk cId="1205069850" sldId="2134805932"/>
        </pc:sldMkLst>
        <pc:spChg chg="mod">
          <ac:chgData name="Fiore-Gartland, Andrew J" userId="e2c7091a-4529-410b-8188-b1bfa8d6e467" providerId="ADAL" clId="{7BAD712C-8857-466A-ACE2-137E4D48EF03}" dt="2023-12-07T18:47:11.026" v="1011" actId="20577"/>
          <ac:spMkLst>
            <pc:docMk/>
            <pc:sldMk cId="1205069850" sldId="2134805932"/>
            <ac:spMk id="2" creationId="{AF8A6EF1-C110-F440-8610-5B41177E78ED}"/>
          </ac:spMkLst>
        </pc:spChg>
        <pc:spChg chg="mod">
          <ac:chgData name="Fiore-Gartland, Andrew J" userId="e2c7091a-4529-410b-8188-b1bfa8d6e467" providerId="ADAL" clId="{7BAD712C-8857-466A-ACE2-137E4D48EF03}" dt="2023-12-07T18:47:22.515" v="1015" actId="1076"/>
          <ac:spMkLst>
            <pc:docMk/>
            <pc:sldMk cId="1205069850" sldId="2134805932"/>
            <ac:spMk id="12" creationId="{D1FDF657-2387-4E8C-AF4F-3D35FB5E5A60}"/>
          </ac:spMkLst>
        </pc:spChg>
      </pc:sldChg>
      <pc:sldChg chg="del">
        <pc:chgData name="Fiore-Gartland, Andrew J" userId="e2c7091a-4529-410b-8188-b1bfa8d6e467" providerId="ADAL" clId="{7BAD712C-8857-466A-ACE2-137E4D48EF03}" dt="2023-12-07T17:42:57.669" v="14" actId="47"/>
        <pc:sldMkLst>
          <pc:docMk/>
          <pc:sldMk cId="405891705" sldId="2145706833"/>
        </pc:sldMkLst>
      </pc:sldChg>
      <pc:sldChg chg="del">
        <pc:chgData name="Fiore-Gartland, Andrew J" userId="e2c7091a-4529-410b-8188-b1bfa8d6e467" providerId="ADAL" clId="{7BAD712C-8857-466A-ACE2-137E4D48EF03}" dt="2023-12-07T17:42:57.669" v="14" actId="47"/>
        <pc:sldMkLst>
          <pc:docMk/>
          <pc:sldMk cId="316744268" sldId="2145706834"/>
        </pc:sldMkLst>
      </pc:sldChg>
      <pc:sldChg chg="del">
        <pc:chgData name="Fiore-Gartland, Andrew J" userId="e2c7091a-4529-410b-8188-b1bfa8d6e467" providerId="ADAL" clId="{7BAD712C-8857-466A-ACE2-137E4D48EF03}" dt="2023-12-07T17:42:57.669" v="14" actId="47"/>
        <pc:sldMkLst>
          <pc:docMk/>
          <pc:sldMk cId="1183100175" sldId="2145706835"/>
        </pc:sldMkLst>
      </pc:sldChg>
      <pc:sldChg chg="del">
        <pc:chgData name="Fiore-Gartland, Andrew J" userId="e2c7091a-4529-410b-8188-b1bfa8d6e467" providerId="ADAL" clId="{7BAD712C-8857-466A-ACE2-137E4D48EF03}" dt="2023-12-07T17:39:48.877" v="0" actId="47"/>
        <pc:sldMkLst>
          <pc:docMk/>
          <pc:sldMk cId="3354144262" sldId="2145706836"/>
        </pc:sldMkLst>
      </pc:sldChg>
      <pc:sldChg chg="addSp delSp modSp mod modNotesTx">
        <pc:chgData name="Fiore-Gartland, Andrew J" userId="e2c7091a-4529-410b-8188-b1bfa8d6e467" providerId="ADAL" clId="{7BAD712C-8857-466A-ACE2-137E4D48EF03}" dt="2023-12-11T23:12:37.076" v="10161" actId="1076"/>
        <pc:sldMkLst>
          <pc:docMk/>
          <pc:sldMk cId="4292752561" sldId="2145706839"/>
        </pc:sldMkLst>
        <pc:spChg chg="add del">
          <ac:chgData name="Fiore-Gartland, Andrew J" userId="e2c7091a-4529-410b-8188-b1bfa8d6e467" providerId="ADAL" clId="{7BAD712C-8857-466A-ACE2-137E4D48EF03}" dt="2023-12-07T18:01:47.353" v="451" actId="478"/>
          <ac:spMkLst>
            <pc:docMk/>
            <pc:sldMk cId="4292752561" sldId="2145706839"/>
            <ac:spMk id="2" creationId="{150AE4B7-150B-2738-5778-C429FC15972A}"/>
          </ac:spMkLst>
        </pc:spChg>
        <pc:spChg chg="mod">
          <ac:chgData name="Fiore-Gartland, Andrew J" userId="e2c7091a-4529-410b-8188-b1bfa8d6e467" providerId="ADAL" clId="{7BAD712C-8857-466A-ACE2-137E4D48EF03}" dt="2023-12-11T23:12:37.076" v="10161" actId="1076"/>
          <ac:spMkLst>
            <pc:docMk/>
            <pc:sldMk cId="4292752561" sldId="2145706839"/>
            <ac:spMk id="4" creationId="{8A5B1908-5A22-9937-4236-7133897B0BD4}"/>
          </ac:spMkLst>
        </pc:spChg>
        <pc:spChg chg="mod">
          <ac:chgData name="Fiore-Gartland, Andrew J" userId="e2c7091a-4529-410b-8188-b1bfa8d6e467" providerId="ADAL" clId="{7BAD712C-8857-466A-ACE2-137E4D48EF03}" dt="2023-12-07T18:13:19.075" v="846" actId="14100"/>
          <ac:spMkLst>
            <pc:docMk/>
            <pc:sldMk cId="4292752561" sldId="2145706839"/>
            <ac:spMk id="13" creationId="{4F5C09B4-32D2-46D9-B082-32537DF56D26}"/>
          </ac:spMkLst>
        </pc:spChg>
        <pc:spChg chg="add mod">
          <ac:chgData name="Fiore-Gartland, Andrew J" userId="e2c7091a-4529-410b-8188-b1bfa8d6e467" providerId="ADAL" clId="{7BAD712C-8857-466A-ACE2-137E4D48EF03}" dt="2023-12-07T18:36:52.283" v="911" actId="403"/>
          <ac:spMkLst>
            <pc:docMk/>
            <pc:sldMk cId="4292752561" sldId="2145706839"/>
            <ac:spMk id="14" creationId="{F7A73EB6-8EC6-BE7B-524E-34596641CADE}"/>
          </ac:spMkLst>
        </pc:spChg>
        <pc:spChg chg="add mod">
          <ac:chgData name="Fiore-Gartland, Andrew J" userId="e2c7091a-4529-410b-8188-b1bfa8d6e467" providerId="ADAL" clId="{7BAD712C-8857-466A-ACE2-137E4D48EF03}" dt="2023-12-07T18:09:25.185" v="599" actId="1076"/>
          <ac:spMkLst>
            <pc:docMk/>
            <pc:sldMk cId="4292752561" sldId="2145706839"/>
            <ac:spMk id="15" creationId="{89425563-22EB-B3DB-BFC0-C0C750934462}"/>
          </ac:spMkLst>
        </pc:spChg>
        <pc:spChg chg="mod">
          <ac:chgData name="Fiore-Gartland, Andrew J" userId="e2c7091a-4529-410b-8188-b1bfa8d6e467" providerId="ADAL" clId="{7BAD712C-8857-466A-ACE2-137E4D48EF03}" dt="2023-12-07T18:12:57.186" v="841"/>
          <ac:spMkLst>
            <pc:docMk/>
            <pc:sldMk cId="4292752561" sldId="2145706839"/>
            <ac:spMk id="20" creationId="{15ABA026-868D-D0AA-86C6-3BD41605FB16}"/>
          </ac:spMkLst>
        </pc:spChg>
        <pc:spChg chg="mod">
          <ac:chgData name="Fiore-Gartland, Andrew J" userId="e2c7091a-4529-410b-8188-b1bfa8d6e467" providerId="ADAL" clId="{7BAD712C-8857-466A-ACE2-137E4D48EF03}" dt="2023-12-07T18:12:57.186" v="841"/>
          <ac:spMkLst>
            <pc:docMk/>
            <pc:sldMk cId="4292752561" sldId="2145706839"/>
            <ac:spMk id="21" creationId="{FFFA176C-F5BB-1642-1DBE-537AA6B0D4AF}"/>
          </ac:spMkLst>
        </pc:spChg>
        <pc:spChg chg="mod">
          <ac:chgData name="Fiore-Gartland, Andrew J" userId="e2c7091a-4529-410b-8188-b1bfa8d6e467" providerId="ADAL" clId="{7BAD712C-8857-466A-ACE2-137E4D48EF03}" dt="2023-12-07T18:12:57.186" v="841"/>
          <ac:spMkLst>
            <pc:docMk/>
            <pc:sldMk cId="4292752561" sldId="2145706839"/>
            <ac:spMk id="22" creationId="{D02DAC5F-0C0E-0905-154D-2CBEAC92263A}"/>
          </ac:spMkLst>
        </pc:spChg>
        <pc:spChg chg="add del mod">
          <ac:chgData name="Fiore-Gartland, Andrew J" userId="e2c7091a-4529-410b-8188-b1bfa8d6e467" providerId="ADAL" clId="{7BAD712C-8857-466A-ACE2-137E4D48EF03}" dt="2023-12-07T18:16:39.697" v="864" actId="478"/>
          <ac:spMkLst>
            <pc:docMk/>
            <pc:sldMk cId="4292752561" sldId="2145706839"/>
            <ac:spMk id="23" creationId="{3F4E5C49-E915-BD74-21BD-0614A23B53C3}"/>
          </ac:spMkLst>
        </pc:spChg>
        <pc:spChg chg="add mod">
          <ac:chgData name="Fiore-Gartland, Andrew J" userId="e2c7091a-4529-410b-8188-b1bfa8d6e467" providerId="ADAL" clId="{7BAD712C-8857-466A-ACE2-137E4D48EF03}" dt="2023-12-07T18:36:56.414" v="912" actId="1076"/>
          <ac:spMkLst>
            <pc:docMk/>
            <pc:sldMk cId="4292752561" sldId="2145706839"/>
            <ac:spMk id="24" creationId="{77229CEA-38AC-A6F5-BEC1-FD0F4A9614F1}"/>
          </ac:spMkLst>
        </pc:spChg>
        <pc:grpChg chg="add mod">
          <ac:chgData name="Fiore-Gartland, Andrew J" userId="e2c7091a-4529-410b-8188-b1bfa8d6e467" providerId="ADAL" clId="{7BAD712C-8857-466A-ACE2-137E4D48EF03}" dt="2023-12-07T18:37:55.156" v="917" actId="1076"/>
          <ac:grpSpMkLst>
            <pc:docMk/>
            <pc:sldMk cId="4292752561" sldId="2145706839"/>
            <ac:grpSpMk id="17" creationId="{5CD01CEA-FDB6-0A13-0147-1636B270D769}"/>
          </ac:grpSpMkLst>
        </pc:grpChg>
        <pc:picChg chg="add mod">
          <ac:chgData name="Fiore-Gartland, Andrew J" userId="e2c7091a-4529-410b-8188-b1bfa8d6e467" providerId="ADAL" clId="{7BAD712C-8857-466A-ACE2-137E4D48EF03}" dt="2023-12-07T18:09:27.911" v="600" actId="1076"/>
          <ac:picMkLst>
            <pc:docMk/>
            <pc:sldMk cId="4292752561" sldId="2145706839"/>
            <ac:picMk id="5" creationId="{D058BA33-7CF8-40FE-2BA1-FDBD0CD2866A}"/>
          </ac:picMkLst>
        </pc:picChg>
        <pc:picChg chg="add mod">
          <ac:chgData name="Fiore-Gartland, Andrew J" userId="e2c7091a-4529-410b-8188-b1bfa8d6e467" providerId="ADAL" clId="{7BAD712C-8857-466A-ACE2-137E4D48EF03}" dt="2023-12-07T18:36:46.956" v="908" actId="14100"/>
          <ac:picMkLst>
            <pc:docMk/>
            <pc:sldMk cId="4292752561" sldId="2145706839"/>
            <ac:picMk id="7" creationId="{DE229AD8-2DD4-92B5-C21C-5D02565392C0}"/>
          </ac:picMkLst>
        </pc:picChg>
        <pc:picChg chg="add del mod">
          <ac:chgData name="Fiore-Gartland, Andrew J" userId="e2c7091a-4529-410b-8188-b1bfa8d6e467" providerId="ADAL" clId="{7BAD712C-8857-466A-ACE2-137E4D48EF03}" dt="2023-12-07T18:07:52.266" v="537" actId="478"/>
          <ac:picMkLst>
            <pc:docMk/>
            <pc:sldMk cId="4292752561" sldId="2145706839"/>
            <ac:picMk id="9" creationId="{24834D98-C8A0-4A27-89B7-2E8BCEEBF2CB}"/>
          </ac:picMkLst>
        </pc:picChg>
        <pc:picChg chg="del">
          <ac:chgData name="Fiore-Gartland, Andrew J" userId="e2c7091a-4529-410b-8188-b1bfa8d6e467" providerId="ADAL" clId="{7BAD712C-8857-466A-ACE2-137E4D48EF03}" dt="2023-12-07T18:03:01.315" v="456" actId="478"/>
          <ac:picMkLst>
            <pc:docMk/>
            <pc:sldMk cId="4292752561" sldId="2145706839"/>
            <ac:picMk id="11" creationId="{D048B372-B966-2FFA-D632-DDB1F5F05144}"/>
          </ac:picMkLst>
        </pc:picChg>
        <pc:picChg chg="add mod">
          <ac:chgData name="Fiore-Gartland, Andrew J" userId="e2c7091a-4529-410b-8188-b1bfa8d6e467" providerId="ADAL" clId="{7BAD712C-8857-466A-ACE2-137E4D48EF03}" dt="2023-12-07T18:36:43.282" v="907" actId="14100"/>
          <ac:picMkLst>
            <pc:docMk/>
            <pc:sldMk cId="4292752561" sldId="2145706839"/>
            <ac:picMk id="12" creationId="{5A8AF8E4-4B87-3691-96E5-3C6E456EF20F}"/>
          </ac:picMkLst>
        </pc:picChg>
        <pc:picChg chg="del">
          <ac:chgData name="Fiore-Gartland, Andrew J" userId="e2c7091a-4529-410b-8188-b1bfa8d6e467" providerId="ADAL" clId="{7BAD712C-8857-466A-ACE2-137E4D48EF03}" dt="2023-12-07T18:03:09.778" v="460" actId="478"/>
          <ac:picMkLst>
            <pc:docMk/>
            <pc:sldMk cId="4292752561" sldId="2145706839"/>
            <ac:picMk id="16" creationId="{79B8DA58-1921-B1BF-86F6-2BAAF354DEA2}"/>
          </ac:picMkLst>
        </pc:picChg>
        <pc:picChg chg="mod">
          <ac:chgData name="Fiore-Gartland, Andrew J" userId="e2c7091a-4529-410b-8188-b1bfa8d6e467" providerId="ADAL" clId="{7BAD712C-8857-466A-ACE2-137E4D48EF03}" dt="2023-12-07T18:12:57.186" v="841"/>
          <ac:picMkLst>
            <pc:docMk/>
            <pc:sldMk cId="4292752561" sldId="2145706839"/>
            <ac:picMk id="18" creationId="{55D6AF5B-6048-5025-E266-3780F284A009}"/>
          </ac:picMkLst>
        </pc:picChg>
        <pc:cxnChg chg="mod">
          <ac:chgData name="Fiore-Gartland, Andrew J" userId="e2c7091a-4529-410b-8188-b1bfa8d6e467" providerId="ADAL" clId="{7BAD712C-8857-466A-ACE2-137E4D48EF03}" dt="2023-12-07T18:12:57.186" v="841"/>
          <ac:cxnSpMkLst>
            <pc:docMk/>
            <pc:sldMk cId="4292752561" sldId="2145706839"/>
            <ac:cxnSpMk id="19" creationId="{18DC062E-5C73-8167-5E1A-34A2EED7EBBB}"/>
          </ac:cxnSpMkLst>
        </pc:cxnChg>
      </pc:sldChg>
      <pc:sldChg chg="del">
        <pc:chgData name="Fiore-Gartland, Andrew J" userId="e2c7091a-4529-410b-8188-b1bfa8d6e467" providerId="ADAL" clId="{7BAD712C-8857-466A-ACE2-137E4D48EF03}" dt="2023-12-07T18:38:10.102" v="918" actId="47"/>
        <pc:sldMkLst>
          <pc:docMk/>
          <pc:sldMk cId="4074001041" sldId="2145706840"/>
        </pc:sldMkLst>
      </pc:sldChg>
      <pc:sldChg chg="del">
        <pc:chgData name="Fiore-Gartland, Andrew J" userId="e2c7091a-4529-410b-8188-b1bfa8d6e467" providerId="ADAL" clId="{7BAD712C-8857-466A-ACE2-137E4D48EF03}" dt="2023-12-07T18:38:30.767" v="919" actId="47"/>
        <pc:sldMkLst>
          <pc:docMk/>
          <pc:sldMk cId="2723419962" sldId="2145706841"/>
        </pc:sldMkLst>
      </pc:sldChg>
      <pc:sldChg chg="modSp mod">
        <pc:chgData name="Fiore-Gartland, Andrew J" userId="e2c7091a-4529-410b-8188-b1bfa8d6e467" providerId="ADAL" clId="{7BAD712C-8857-466A-ACE2-137E4D48EF03}" dt="2023-12-07T18:44:24.054" v="947" actId="20577"/>
        <pc:sldMkLst>
          <pc:docMk/>
          <pc:sldMk cId="3274693393" sldId="2145706843"/>
        </pc:sldMkLst>
        <pc:spChg chg="mod">
          <ac:chgData name="Fiore-Gartland, Andrew J" userId="e2c7091a-4529-410b-8188-b1bfa8d6e467" providerId="ADAL" clId="{7BAD712C-8857-466A-ACE2-137E4D48EF03}" dt="2023-12-07T18:44:24.054" v="947" actId="20577"/>
          <ac:spMkLst>
            <pc:docMk/>
            <pc:sldMk cId="3274693393" sldId="2145706843"/>
            <ac:spMk id="4" creationId="{8A5B1908-5A22-9937-4236-7133897B0BD4}"/>
          </ac:spMkLst>
        </pc:spChg>
      </pc:sldChg>
      <pc:sldChg chg="del">
        <pc:chgData name="Fiore-Gartland, Andrew J" userId="e2c7091a-4529-410b-8188-b1bfa8d6e467" providerId="ADAL" clId="{7BAD712C-8857-466A-ACE2-137E4D48EF03}" dt="2023-12-07T18:39:22.744" v="921" actId="47"/>
        <pc:sldMkLst>
          <pc:docMk/>
          <pc:sldMk cId="3947496005" sldId="2145706844"/>
        </pc:sldMkLst>
      </pc:sldChg>
      <pc:sldChg chg="del">
        <pc:chgData name="Fiore-Gartland, Andrew J" userId="e2c7091a-4529-410b-8188-b1bfa8d6e467" providerId="ADAL" clId="{7BAD712C-8857-466A-ACE2-137E4D48EF03}" dt="2023-12-07T17:42:57.669" v="14" actId="47"/>
        <pc:sldMkLst>
          <pc:docMk/>
          <pc:sldMk cId="4198729426" sldId="2145706845"/>
        </pc:sldMkLst>
      </pc:sldChg>
      <pc:sldChg chg="del">
        <pc:chgData name="Fiore-Gartland, Andrew J" userId="e2c7091a-4529-410b-8188-b1bfa8d6e467" providerId="ADAL" clId="{7BAD712C-8857-466A-ACE2-137E4D48EF03}" dt="2023-12-07T17:42:57.669" v="14" actId="47"/>
        <pc:sldMkLst>
          <pc:docMk/>
          <pc:sldMk cId="209847923" sldId="2145706847"/>
        </pc:sldMkLst>
      </pc:sldChg>
      <pc:sldChg chg="del">
        <pc:chgData name="Fiore-Gartland, Andrew J" userId="e2c7091a-4529-410b-8188-b1bfa8d6e467" providerId="ADAL" clId="{7BAD712C-8857-466A-ACE2-137E4D48EF03}" dt="2023-12-07T17:42:57.669" v="14" actId="47"/>
        <pc:sldMkLst>
          <pc:docMk/>
          <pc:sldMk cId="1585014536" sldId="2145706848"/>
        </pc:sldMkLst>
      </pc:sldChg>
      <pc:sldChg chg="del">
        <pc:chgData name="Fiore-Gartland, Andrew J" userId="e2c7091a-4529-410b-8188-b1bfa8d6e467" providerId="ADAL" clId="{7BAD712C-8857-466A-ACE2-137E4D48EF03}" dt="2023-12-07T17:42:57.669" v="14" actId="47"/>
        <pc:sldMkLst>
          <pc:docMk/>
          <pc:sldMk cId="4146463685" sldId="2145706849"/>
        </pc:sldMkLst>
      </pc:sldChg>
      <pc:sldChg chg="del">
        <pc:chgData name="Fiore-Gartland, Andrew J" userId="e2c7091a-4529-410b-8188-b1bfa8d6e467" providerId="ADAL" clId="{7BAD712C-8857-466A-ACE2-137E4D48EF03}" dt="2023-12-07T18:39:22.744" v="921" actId="47"/>
        <pc:sldMkLst>
          <pc:docMk/>
          <pc:sldMk cId="2052600803" sldId="2145706850"/>
        </pc:sldMkLst>
      </pc:sldChg>
      <pc:sldChg chg="del">
        <pc:chgData name="Fiore-Gartland, Andrew J" userId="e2c7091a-4529-410b-8188-b1bfa8d6e467" providerId="ADAL" clId="{7BAD712C-8857-466A-ACE2-137E4D48EF03}" dt="2023-12-07T17:42:57.669" v="14" actId="47"/>
        <pc:sldMkLst>
          <pc:docMk/>
          <pc:sldMk cId="1139045368" sldId="2145706851"/>
        </pc:sldMkLst>
      </pc:sldChg>
      <pc:sldChg chg="addSp modSp add del mod setBg">
        <pc:chgData name="Fiore-Gartland, Andrew J" userId="e2c7091a-4529-410b-8188-b1bfa8d6e467" providerId="ADAL" clId="{7BAD712C-8857-466A-ACE2-137E4D48EF03}" dt="2023-12-07T17:59:00.457" v="449" actId="47"/>
        <pc:sldMkLst>
          <pc:docMk/>
          <pc:sldMk cId="2083975023" sldId="2145706851"/>
        </pc:sldMkLst>
        <pc:spChg chg="mod">
          <ac:chgData name="Fiore-Gartland, Andrew J" userId="e2c7091a-4529-410b-8188-b1bfa8d6e467" providerId="ADAL" clId="{7BAD712C-8857-466A-ACE2-137E4D48EF03}" dt="2023-12-07T17:57:57.870" v="434" actId="26606"/>
          <ac:spMkLst>
            <pc:docMk/>
            <pc:sldMk cId="2083975023" sldId="2145706851"/>
            <ac:spMk id="4" creationId="{8A5B1908-5A22-9937-4236-7133897B0BD4}"/>
          </ac:spMkLst>
        </pc:spChg>
        <pc:spChg chg="mod">
          <ac:chgData name="Fiore-Gartland, Andrew J" userId="e2c7091a-4529-410b-8188-b1bfa8d6e467" providerId="ADAL" clId="{7BAD712C-8857-466A-ACE2-137E4D48EF03}" dt="2023-12-07T17:57:57.870" v="434" actId="26606"/>
          <ac:spMkLst>
            <pc:docMk/>
            <pc:sldMk cId="2083975023" sldId="2145706851"/>
            <ac:spMk id="13" creationId="{4F5C09B4-32D2-46D9-B082-32537DF56D26}"/>
          </ac:spMkLst>
        </pc:spChg>
        <pc:spChg chg="add">
          <ac:chgData name="Fiore-Gartland, Andrew J" userId="e2c7091a-4529-410b-8188-b1bfa8d6e467" providerId="ADAL" clId="{7BAD712C-8857-466A-ACE2-137E4D48EF03}" dt="2023-12-07T17:57:57.870" v="434" actId="26606"/>
          <ac:spMkLst>
            <pc:docMk/>
            <pc:sldMk cId="2083975023" sldId="2145706851"/>
            <ac:spMk id="18" creationId="{2EB492CD-616E-47F8-933B-5E2D952A0593}"/>
          </ac:spMkLst>
        </pc:spChg>
        <pc:spChg chg="add">
          <ac:chgData name="Fiore-Gartland, Andrew J" userId="e2c7091a-4529-410b-8188-b1bfa8d6e467" providerId="ADAL" clId="{7BAD712C-8857-466A-ACE2-137E4D48EF03}" dt="2023-12-07T17:57:57.870" v="434" actId="26606"/>
          <ac:spMkLst>
            <pc:docMk/>
            <pc:sldMk cId="2083975023" sldId="2145706851"/>
            <ac:spMk id="20" creationId="{59383CF9-23B5-4335-9B21-1791C4CF1C75}"/>
          </ac:spMkLst>
        </pc:spChg>
        <pc:spChg chg="add">
          <ac:chgData name="Fiore-Gartland, Andrew J" userId="e2c7091a-4529-410b-8188-b1bfa8d6e467" providerId="ADAL" clId="{7BAD712C-8857-466A-ACE2-137E4D48EF03}" dt="2023-12-07T17:57:57.870" v="434" actId="26606"/>
          <ac:spMkLst>
            <pc:docMk/>
            <pc:sldMk cId="2083975023" sldId="2145706851"/>
            <ac:spMk id="22" creationId="{0007FE00-9498-4706-B255-6437B0252C02}"/>
          </ac:spMkLst>
        </pc:spChg>
        <pc:graphicFrameChg chg="add mod modGraphic">
          <ac:chgData name="Fiore-Gartland, Andrew J" userId="e2c7091a-4529-410b-8188-b1bfa8d6e467" providerId="ADAL" clId="{7BAD712C-8857-466A-ACE2-137E4D48EF03}" dt="2023-12-07T17:58:23.685" v="437" actId="113"/>
          <ac:graphicFrameMkLst>
            <pc:docMk/>
            <pc:sldMk cId="2083975023" sldId="2145706851"/>
            <ac:graphicFrameMk id="2" creationId="{393E2C25-16E6-6AAC-3871-ACA546CE5193}"/>
          </ac:graphicFrameMkLst>
        </pc:graphicFrameChg>
      </pc:sldChg>
      <pc:sldChg chg="del">
        <pc:chgData name="Fiore-Gartland, Andrew J" userId="e2c7091a-4529-410b-8188-b1bfa8d6e467" providerId="ADAL" clId="{7BAD712C-8857-466A-ACE2-137E4D48EF03}" dt="2023-12-07T17:42:57.669" v="14" actId="47"/>
        <pc:sldMkLst>
          <pc:docMk/>
          <pc:sldMk cId="870717274" sldId="2145706852"/>
        </pc:sldMkLst>
      </pc:sldChg>
      <pc:sldChg chg="addSp delSp modSp add mod">
        <pc:chgData name="Fiore-Gartland, Andrew J" userId="e2c7091a-4529-410b-8188-b1bfa8d6e467" providerId="ADAL" clId="{7BAD712C-8857-466A-ACE2-137E4D48EF03}" dt="2023-12-11T18:35:48.986" v="8789" actId="1076"/>
        <pc:sldMkLst>
          <pc:docMk/>
          <pc:sldMk cId="3832549640" sldId="2145706852"/>
        </pc:sldMkLst>
        <pc:spChg chg="add mod">
          <ac:chgData name="Fiore-Gartland, Andrew J" userId="e2c7091a-4529-410b-8188-b1bfa8d6e467" providerId="ADAL" clId="{7BAD712C-8857-466A-ACE2-137E4D48EF03}" dt="2023-12-11T18:35:48.986" v="8789" actId="1076"/>
          <ac:spMkLst>
            <pc:docMk/>
            <pc:sldMk cId="3832549640" sldId="2145706852"/>
            <ac:spMk id="4" creationId="{491BFC1C-325A-D92A-0FD4-9371AEA3D06F}"/>
          </ac:spMkLst>
        </pc:spChg>
        <pc:spChg chg="del">
          <ac:chgData name="Fiore-Gartland, Andrew J" userId="e2c7091a-4529-410b-8188-b1bfa8d6e467" providerId="ADAL" clId="{7BAD712C-8857-466A-ACE2-137E4D48EF03}" dt="2023-12-07T17:58:40.679" v="445" actId="478"/>
          <ac:spMkLst>
            <pc:docMk/>
            <pc:sldMk cId="3832549640" sldId="2145706852"/>
            <ac:spMk id="4" creationId="{8A5B1908-5A22-9937-4236-7133897B0BD4}"/>
          </ac:spMkLst>
        </pc:spChg>
        <pc:spChg chg="mod">
          <ac:chgData name="Fiore-Gartland, Andrew J" userId="e2c7091a-4529-410b-8188-b1bfa8d6e467" providerId="ADAL" clId="{7BAD712C-8857-466A-ACE2-137E4D48EF03}" dt="2023-12-11T17:57:26.650" v="7873" actId="20577"/>
          <ac:spMkLst>
            <pc:docMk/>
            <pc:sldMk cId="3832549640" sldId="2145706852"/>
            <ac:spMk id="13" creationId="{4F5C09B4-32D2-46D9-B082-32537DF56D26}"/>
          </ac:spMkLst>
        </pc:spChg>
        <pc:graphicFrameChg chg="add mod">
          <ac:chgData name="Fiore-Gartland, Andrew J" userId="e2c7091a-4529-410b-8188-b1bfa8d6e467" providerId="ADAL" clId="{7BAD712C-8857-466A-ACE2-137E4D48EF03}" dt="2023-12-11T17:57:23.566" v="7861" actId="1076"/>
          <ac:graphicFrameMkLst>
            <pc:docMk/>
            <pc:sldMk cId="3832549640" sldId="2145706852"/>
            <ac:graphicFrameMk id="2" creationId="{3511FD9A-6C80-05C0-2944-61F43E4AA7BF}"/>
          </ac:graphicFrameMkLst>
        </pc:graphicFrameChg>
      </pc:sldChg>
      <pc:sldChg chg="del">
        <pc:chgData name="Fiore-Gartland, Andrew J" userId="e2c7091a-4529-410b-8188-b1bfa8d6e467" providerId="ADAL" clId="{7BAD712C-8857-466A-ACE2-137E4D48EF03}" dt="2023-12-07T17:42:57.669" v="14" actId="47"/>
        <pc:sldMkLst>
          <pc:docMk/>
          <pc:sldMk cId="407461581" sldId="2145706853"/>
        </pc:sldMkLst>
      </pc:sldChg>
      <pc:sldChg chg="addSp delSp modSp add mod">
        <pc:chgData name="Fiore-Gartland, Andrew J" userId="e2c7091a-4529-410b-8188-b1bfa8d6e467" providerId="ADAL" clId="{7BAD712C-8857-466A-ACE2-137E4D48EF03}" dt="2023-12-12T22:44:14.364" v="12082" actId="20577"/>
        <pc:sldMkLst>
          <pc:docMk/>
          <pc:sldMk cId="1763688204" sldId="2145706853"/>
        </pc:sldMkLst>
        <pc:spChg chg="mod">
          <ac:chgData name="Fiore-Gartland, Andrew J" userId="e2c7091a-4529-410b-8188-b1bfa8d6e467" providerId="ADAL" clId="{7BAD712C-8857-466A-ACE2-137E4D48EF03}" dt="2023-12-12T22:44:14.364" v="12082" actId="20577"/>
          <ac:spMkLst>
            <pc:docMk/>
            <pc:sldMk cId="1763688204" sldId="2145706853"/>
            <ac:spMk id="4" creationId="{8A5B1908-5A22-9937-4236-7133897B0BD4}"/>
          </ac:spMkLst>
        </pc:spChg>
        <pc:spChg chg="mod">
          <ac:chgData name="Fiore-Gartland, Andrew J" userId="e2c7091a-4529-410b-8188-b1bfa8d6e467" providerId="ADAL" clId="{7BAD712C-8857-466A-ACE2-137E4D48EF03}" dt="2023-12-12T22:43:19.221" v="12078" actId="1076"/>
          <ac:spMkLst>
            <pc:docMk/>
            <pc:sldMk cId="1763688204" sldId="2145706853"/>
            <ac:spMk id="13" creationId="{4F5C09B4-32D2-46D9-B082-32537DF56D26}"/>
          </ac:spMkLst>
        </pc:spChg>
        <pc:spChg chg="del">
          <ac:chgData name="Fiore-Gartland, Andrew J" userId="e2c7091a-4529-410b-8188-b1bfa8d6e467" providerId="ADAL" clId="{7BAD712C-8857-466A-ACE2-137E4D48EF03}" dt="2023-12-07T18:52:22.454" v="1032" actId="478"/>
          <ac:spMkLst>
            <pc:docMk/>
            <pc:sldMk cId="1763688204" sldId="2145706853"/>
            <ac:spMk id="14" creationId="{F7A73EB6-8EC6-BE7B-524E-34596641CADE}"/>
          </ac:spMkLst>
        </pc:spChg>
        <pc:spChg chg="mod">
          <ac:chgData name="Fiore-Gartland, Andrew J" userId="e2c7091a-4529-410b-8188-b1bfa8d6e467" providerId="ADAL" clId="{7BAD712C-8857-466A-ACE2-137E4D48EF03}" dt="2023-12-08T00:34:03.467" v="6743" actId="1076"/>
          <ac:spMkLst>
            <pc:docMk/>
            <pc:sldMk cId="1763688204" sldId="2145706853"/>
            <ac:spMk id="15" creationId="{89425563-22EB-B3DB-BFC0-C0C750934462}"/>
          </ac:spMkLst>
        </pc:spChg>
        <pc:spChg chg="del">
          <ac:chgData name="Fiore-Gartland, Andrew J" userId="e2c7091a-4529-410b-8188-b1bfa8d6e467" providerId="ADAL" clId="{7BAD712C-8857-466A-ACE2-137E4D48EF03}" dt="2023-12-07T18:52:22.454" v="1032" actId="478"/>
          <ac:spMkLst>
            <pc:docMk/>
            <pc:sldMk cId="1763688204" sldId="2145706853"/>
            <ac:spMk id="24" creationId="{77229CEA-38AC-A6F5-BEC1-FD0F4A9614F1}"/>
          </ac:spMkLst>
        </pc:spChg>
        <pc:grpChg chg="del">
          <ac:chgData name="Fiore-Gartland, Andrew J" userId="e2c7091a-4529-410b-8188-b1bfa8d6e467" providerId="ADAL" clId="{7BAD712C-8857-466A-ACE2-137E4D48EF03}" dt="2023-12-07T18:52:22.454" v="1032" actId="478"/>
          <ac:grpSpMkLst>
            <pc:docMk/>
            <pc:sldMk cId="1763688204" sldId="2145706853"/>
            <ac:grpSpMk id="17" creationId="{5CD01CEA-FDB6-0A13-0147-1636B270D769}"/>
          </ac:grpSpMkLst>
        </pc:grpChg>
        <pc:picChg chg="add del mod">
          <ac:chgData name="Fiore-Gartland, Andrew J" userId="e2c7091a-4529-410b-8188-b1bfa8d6e467" providerId="ADAL" clId="{7BAD712C-8857-466A-ACE2-137E4D48EF03}" dt="2023-12-08T00:33:40.768" v="6741" actId="478"/>
          <ac:picMkLst>
            <pc:docMk/>
            <pc:sldMk cId="1763688204" sldId="2145706853"/>
            <ac:picMk id="3" creationId="{46802BF7-F037-94F8-58CF-BCCB989E729B}"/>
          </ac:picMkLst>
        </pc:picChg>
        <pc:picChg chg="del">
          <ac:chgData name="Fiore-Gartland, Andrew J" userId="e2c7091a-4529-410b-8188-b1bfa8d6e467" providerId="ADAL" clId="{7BAD712C-8857-466A-ACE2-137E4D48EF03}" dt="2023-12-07T18:52:22.454" v="1032" actId="478"/>
          <ac:picMkLst>
            <pc:docMk/>
            <pc:sldMk cId="1763688204" sldId="2145706853"/>
            <ac:picMk id="5" creationId="{D058BA33-7CF8-40FE-2BA1-FDBD0CD2866A}"/>
          </ac:picMkLst>
        </pc:picChg>
        <pc:picChg chg="del">
          <ac:chgData name="Fiore-Gartland, Andrew J" userId="e2c7091a-4529-410b-8188-b1bfa8d6e467" providerId="ADAL" clId="{7BAD712C-8857-466A-ACE2-137E4D48EF03}" dt="2023-12-07T18:52:22.454" v="1032" actId="478"/>
          <ac:picMkLst>
            <pc:docMk/>
            <pc:sldMk cId="1763688204" sldId="2145706853"/>
            <ac:picMk id="7" creationId="{DE229AD8-2DD4-92B5-C21C-5D02565392C0}"/>
          </ac:picMkLst>
        </pc:picChg>
        <pc:picChg chg="add mod">
          <ac:chgData name="Fiore-Gartland, Andrew J" userId="e2c7091a-4529-410b-8188-b1bfa8d6e467" providerId="ADAL" clId="{7BAD712C-8857-466A-ACE2-137E4D48EF03}" dt="2023-12-08T00:34:06.618" v="6744" actId="1076"/>
          <ac:picMkLst>
            <pc:docMk/>
            <pc:sldMk cId="1763688204" sldId="2145706853"/>
            <ac:picMk id="8" creationId="{B8EE2898-5A78-4D37-1C5F-148FB5B2C691}"/>
          </ac:picMkLst>
        </pc:picChg>
        <pc:picChg chg="add del mod">
          <ac:chgData name="Fiore-Gartland, Andrew J" userId="e2c7091a-4529-410b-8188-b1bfa8d6e467" providerId="ADAL" clId="{7BAD712C-8857-466A-ACE2-137E4D48EF03}" dt="2023-12-08T00:45:35.965" v="6992" actId="478"/>
          <ac:picMkLst>
            <pc:docMk/>
            <pc:sldMk cId="1763688204" sldId="2145706853"/>
            <ac:picMk id="10" creationId="{D0C4DA81-64D5-83F7-896A-2B11F052CA69}"/>
          </ac:picMkLst>
        </pc:picChg>
        <pc:picChg chg="del">
          <ac:chgData name="Fiore-Gartland, Andrew J" userId="e2c7091a-4529-410b-8188-b1bfa8d6e467" providerId="ADAL" clId="{7BAD712C-8857-466A-ACE2-137E4D48EF03}" dt="2023-12-07T18:52:22.454" v="1032" actId="478"/>
          <ac:picMkLst>
            <pc:docMk/>
            <pc:sldMk cId="1763688204" sldId="2145706853"/>
            <ac:picMk id="12" creationId="{5A8AF8E4-4B87-3691-96E5-3C6E456EF20F}"/>
          </ac:picMkLst>
        </pc:picChg>
        <pc:picChg chg="add mod">
          <ac:chgData name="Fiore-Gartland, Andrew J" userId="e2c7091a-4529-410b-8188-b1bfa8d6e467" providerId="ADAL" clId="{7BAD712C-8857-466A-ACE2-137E4D48EF03}" dt="2023-12-08T00:49:41.207" v="7262" actId="1076"/>
          <ac:picMkLst>
            <pc:docMk/>
            <pc:sldMk cId="1763688204" sldId="2145706853"/>
            <ac:picMk id="16" creationId="{CF75F612-15B6-7F6C-921F-6B0464424556}"/>
          </ac:picMkLst>
        </pc:picChg>
        <pc:picChg chg="add mod">
          <ac:chgData name="Fiore-Gartland, Andrew J" userId="e2c7091a-4529-410b-8188-b1bfa8d6e467" providerId="ADAL" clId="{7BAD712C-8857-466A-ACE2-137E4D48EF03}" dt="2023-12-08T00:49:46.009" v="7264" actId="1076"/>
          <ac:picMkLst>
            <pc:docMk/>
            <pc:sldMk cId="1763688204" sldId="2145706853"/>
            <ac:picMk id="25" creationId="{A5DB0884-5696-5701-9598-C75AAA0D879D}"/>
          </ac:picMkLst>
        </pc:picChg>
      </pc:sldChg>
      <pc:sldChg chg="add">
        <pc:chgData name="Fiore-Gartland, Andrew J" userId="e2c7091a-4529-410b-8188-b1bfa8d6e467" providerId="ADAL" clId="{7BAD712C-8857-466A-ACE2-137E4D48EF03}" dt="2023-12-07T18:55:43.093" v="1075"/>
        <pc:sldMkLst>
          <pc:docMk/>
          <pc:sldMk cId="692580503" sldId="2145706854"/>
        </pc:sldMkLst>
      </pc:sldChg>
      <pc:sldChg chg="del">
        <pc:chgData name="Fiore-Gartland, Andrew J" userId="e2c7091a-4529-410b-8188-b1bfa8d6e467" providerId="ADAL" clId="{7BAD712C-8857-466A-ACE2-137E4D48EF03}" dt="2023-12-07T17:42:57.669" v="14" actId="47"/>
        <pc:sldMkLst>
          <pc:docMk/>
          <pc:sldMk cId="2058055956" sldId="2145706854"/>
        </pc:sldMkLst>
      </pc:sldChg>
      <pc:sldChg chg="del">
        <pc:chgData name="Fiore-Gartland, Andrew J" userId="e2c7091a-4529-410b-8188-b1bfa8d6e467" providerId="ADAL" clId="{7BAD712C-8857-466A-ACE2-137E4D48EF03}" dt="2023-12-07T17:42:57.669" v="14" actId="47"/>
        <pc:sldMkLst>
          <pc:docMk/>
          <pc:sldMk cId="1837205883" sldId="2145706855"/>
        </pc:sldMkLst>
      </pc:sldChg>
      <pc:sldChg chg="addSp delSp modSp add mod modNotesTx">
        <pc:chgData name="Fiore-Gartland, Andrew J" userId="e2c7091a-4529-410b-8188-b1bfa8d6e467" providerId="ADAL" clId="{7BAD712C-8857-466A-ACE2-137E4D48EF03}" dt="2023-12-12T21:57:30.633" v="11879" actId="6549"/>
        <pc:sldMkLst>
          <pc:docMk/>
          <pc:sldMk cId="1906889882" sldId="2145706855"/>
        </pc:sldMkLst>
        <pc:spChg chg="mod">
          <ac:chgData name="Fiore-Gartland, Andrew J" userId="e2c7091a-4529-410b-8188-b1bfa8d6e467" providerId="ADAL" clId="{7BAD712C-8857-466A-ACE2-137E4D48EF03}" dt="2023-12-12T21:38:33.927" v="11859" actId="20577"/>
          <ac:spMkLst>
            <pc:docMk/>
            <pc:sldMk cId="1906889882" sldId="2145706855"/>
            <ac:spMk id="4" creationId="{8A5B1908-5A22-9937-4236-7133897B0BD4}"/>
          </ac:spMkLst>
        </pc:spChg>
        <pc:spChg chg="mod">
          <ac:chgData name="Fiore-Gartland, Andrew J" userId="e2c7091a-4529-410b-8188-b1bfa8d6e467" providerId="ADAL" clId="{7BAD712C-8857-466A-ACE2-137E4D48EF03}" dt="2023-12-07T20:56:35.287" v="3448" actId="948"/>
          <ac:spMkLst>
            <pc:docMk/>
            <pc:sldMk cId="1906889882" sldId="2145706855"/>
            <ac:spMk id="13" creationId="{4F5C09B4-32D2-46D9-B082-32537DF56D26}"/>
          </ac:spMkLst>
        </pc:spChg>
        <pc:spChg chg="mod">
          <ac:chgData name="Fiore-Gartland, Andrew J" userId="e2c7091a-4529-410b-8188-b1bfa8d6e467" providerId="ADAL" clId="{7BAD712C-8857-466A-ACE2-137E4D48EF03}" dt="2023-12-07T20:53:33.877" v="3299" actId="20577"/>
          <ac:spMkLst>
            <pc:docMk/>
            <pc:sldMk cId="1906889882" sldId="2145706855"/>
            <ac:spMk id="15" creationId="{89425563-22EB-B3DB-BFC0-C0C750934462}"/>
          </ac:spMkLst>
        </pc:spChg>
        <pc:picChg chg="add mod">
          <ac:chgData name="Fiore-Gartland, Andrew J" userId="e2c7091a-4529-410b-8188-b1bfa8d6e467" providerId="ADAL" clId="{7BAD712C-8857-466A-ACE2-137E4D48EF03}" dt="2023-12-07T20:52:47.184" v="3283" actId="1076"/>
          <ac:picMkLst>
            <pc:docMk/>
            <pc:sldMk cId="1906889882" sldId="2145706855"/>
            <ac:picMk id="3" creationId="{628EBB0A-768E-F329-1374-14B854A48617}"/>
          </ac:picMkLst>
        </pc:picChg>
        <pc:picChg chg="add mod">
          <ac:chgData name="Fiore-Gartland, Andrew J" userId="e2c7091a-4529-410b-8188-b1bfa8d6e467" providerId="ADAL" clId="{7BAD712C-8857-466A-ACE2-137E4D48EF03}" dt="2023-12-07T20:52:47.184" v="3283" actId="1076"/>
          <ac:picMkLst>
            <pc:docMk/>
            <pc:sldMk cId="1906889882" sldId="2145706855"/>
            <ac:picMk id="6" creationId="{32EB94FC-89ED-B303-CC2E-D171D75D503F}"/>
          </ac:picMkLst>
        </pc:picChg>
        <pc:picChg chg="add del mod">
          <ac:chgData name="Fiore-Gartland, Andrew J" userId="e2c7091a-4529-410b-8188-b1bfa8d6e467" providerId="ADAL" clId="{7BAD712C-8857-466A-ACE2-137E4D48EF03}" dt="2023-12-07T20:52:41.590" v="3282" actId="478"/>
          <ac:picMkLst>
            <pc:docMk/>
            <pc:sldMk cId="1906889882" sldId="2145706855"/>
            <ac:picMk id="8" creationId="{E62B42F6-C90A-607A-D7EA-EBAD908C24D7}"/>
          </ac:picMkLst>
        </pc:picChg>
        <pc:picChg chg="add mod modCrop">
          <ac:chgData name="Fiore-Gartland, Andrew J" userId="e2c7091a-4529-410b-8188-b1bfa8d6e467" providerId="ADAL" clId="{7BAD712C-8857-466A-ACE2-137E4D48EF03}" dt="2023-12-07T21:46:15.177" v="3591" actId="1076"/>
          <ac:picMkLst>
            <pc:docMk/>
            <pc:sldMk cId="1906889882" sldId="2145706855"/>
            <ac:picMk id="9" creationId="{EADA0327-FF74-829F-623C-386275ABC72A}"/>
          </ac:picMkLst>
        </pc:picChg>
      </pc:sldChg>
      <pc:sldChg chg="addSp delSp modSp add mod modNotesTx">
        <pc:chgData name="Fiore-Gartland, Andrew J" userId="e2c7091a-4529-410b-8188-b1bfa8d6e467" providerId="ADAL" clId="{7BAD712C-8857-466A-ACE2-137E4D48EF03}" dt="2023-12-12T21:57:33.808" v="11880" actId="6549"/>
        <pc:sldMkLst>
          <pc:docMk/>
          <pc:sldMk cId="134965041" sldId="2145706856"/>
        </pc:sldMkLst>
        <pc:spChg chg="del mod">
          <ac:chgData name="Fiore-Gartland, Andrew J" userId="e2c7091a-4529-410b-8188-b1bfa8d6e467" providerId="ADAL" clId="{7BAD712C-8857-466A-ACE2-137E4D48EF03}" dt="2023-12-07T20:24:38.420" v="2468"/>
          <ac:spMkLst>
            <pc:docMk/>
            <pc:sldMk cId="134965041" sldId="2145706856"/>
            <ac:spMk id="4" creationId="{8A5B1908-5A22-9937-4236-7133897B0BD4}"/>
          </ac:spMkLst>
        </pc:spChg>
        <pc:spChg chg="del mod">
          <ac:chgData name="Fiore-Gartland, Andrew J" userId="e2c7091a-4529-410b-8188-b1bfa8d6e467" providerId="ADAL" clId="{7BAD712C-8857-466A-ACE2-137E4D48EF03}" dt="2023-12-12T21:36:24.078" v="11740" actId="478"/>
          <ac:spMkLst>
            <pc:docMk/>
            <pc:sldMk cId="134965041" sldId="2145706856"/>
            <ac:spMk id="13" creationId="{4F5C09B4-32D2-46D9-B082-32537DF56D26}"/>
          </ac:spMkLst>
        </pc:spChg>
        <pc:spChg chg="del">
          <ac:chgData name="Fiore-Gartland, Andrew J" userId="e2c7091a-4529-410b-8188-b1bfa8d6e467" providerId="ADAL" clId="{7BAD712C-8857-466A-ACE2-137E4D48EF03}" dt="2023-12-07T20:45:26.157" v="3256" actId="478"/>
          <ac:spMkLst>
            <pc:docMk/>
            <pc:sldMk cId="134965041" sldId="2145706856"/>
            <ac:spMk id="15" creationId="{89425563-22EB-B3DB-BFC0-C0C750934462}"/>
          </ac:spMkLst>
        </pc:spChg>
        <pc:graphicFrameChg chg="add mod modGraphic">
          <ac:chgData name="Fiore-Gartland, Andrew J" userId="e2c7091a-4529-410b-8188-b1bfa8d6e467" providerId="ADAL" clId="{7BAD712C-8857-466A-ACE2-137E4D48EF03}" dt="2023-12-12T21:36:27.114" v="11741" actId="1076"/>
          <ac:graphicFrameMkLst>
            <pc:docMk/>
            <pc:sldMk cId="134965041" sldId="2145706856"/>
            <ac:graphicFrameMk id="2" creationId="{E5D9FFD5-877A-2B17-C548-6C19340A08A3}"/>
          </ac:graphicFrameMkLst>
        </pc:graphicFrameChg>
      </pc:sldChg>
      <pc:sldChg chg="del">
        <pc:chgData name="Fiore-Gartland, Andrew J" userId="e2c7091a-4529-410b-8188-b1bfa8d6e467" providerId="ADAL" clId="{7BAD712C-8857-466A-ACE2-137E4D48EF03}" dt="2023-12-07T17:42:57.669" v="14" actId="47"/>
        <pc:sldMkLst>
          <pc:docMk/>
          <pc:sldMk cId="2253914920" sldId="2145706856"/>
        </pc:sldMkLst>
      </pc:sldChg>
      <pc:sldChg chg="addSp delSp modSp add mod modNotesTx">
        <pc:chgData name="Fiore-Gartland, Andrew J" userId="e2c7091a-4529-410b-8188-b1bfa8d6e467" providerId="ADAL" clId="{7BAD712C-8857-466A-ACE2-137E4D48EF03}" dt="2023-12-12T21:57:26.875" v="11878" actId="6549"/>
        <pc:sldMkLst>
          <pc:docMk/>
          <pc:sldMk cId="2954748033" sldId="2145706857"/>
        </pc:sldMkLst>
        <pc:spChg chg="add mod">
          <ac:chgData name="Fiore-Gartland, Andrew J" userId="e2c7091a-4529-410b-8188-b1bfa8d6e467" providerId="ADAL" clId="{7BAD712C-8857-466A-ACE2-137E4D48EF03}" dt="2023-12-07T21:58:50.222" v="3745" actId="1076"/>
          <ac:spMkLst>
            <pc:docMk/>
            <pc:sldMk cId="2954748033" sldId="2145706857"/>
            <ac:spMk id="2" creationId="{B7EEA79F-9DCF-8A96-C825-FB2595DF83B9}"/>
          </ac:spMkLst>
        </pc:spChg>
        <pc:spChg chg="mod">
          <ac:chgData name="Fiore-Gartland, Andrew J" userId="e2c7091a-4529-410b-8188-b1bfa8d6e467" providerId="ADAL" clId="{7BAD712C-8857-466A-ACE2-137E4D48EF03}" dt="2023-12-12T21:56:12.010" v="11862"/>
          <ac:spMkLst>
            <pc:docMk/>
            <pc:sldMk cId="2954748033" sldId="2145706857"/>
            <ac:spMk id="4" creationId="{8A5B1908-5A22-9937-4236-7133897B0BD4}"/>
          </ac:spMkLst>
        </pc:spChg>
        <pc:spChg chg="add mod">
          <ac:chgData name="Fiore-Gartland, Andrew J" userId="e2c7091a-4529-410b-8188-b1bfa8d6e467" providerId="ADAL" clId="{7BAD712C-8857-466A-ACE2-137E4D48EF03}" dt="2023-12-07T21:59:23.341" v="3800" actId="1076"/>
          <ac:spMkLst>
            <pc:docMk/>
            <pc:sldMk cId="2954748033" sldId="2145706857"/>
            <ac:spMk id="11" creationId="{C937F766-BCE4-997F-C043-27956F11130A}"/>
          </ac:spMkLst>
        </pc:spChg>
        <pc:spChg chg="add mod">
          <ac:chgData name="Fiore-Gartland, Andrew J" userId="e2c7091a-4529-410b-8188-b1bfa8d6e467" providerId="ADAL" clId="{7BAD712C-8857-466A-ACE2-137E4D48EF03}" dt="2023-12-07T21:59:17.718" v="3797" actId="1076"/>
          <ac:spMkLst>
            <pc:docMk/>
            <pc:sldMk cId="2954748033" sldId="2145706857"/>
            <ac:spMk id="12" creationId="{74EE8314-27F6-68C2-3885-718907DF03FC}"/>
          </ac:spMkLst>
        </pc:spChg>
        <pc:spChg chg="del">
          <ac:chgData name="Fiore-Gartland, Andrew J" userId="e2c7091a-4529-410b-8188-b1bfa8d6e467" providerId="ADAL" clId="{7BAD712C-8857-466A-ACE2-137E4D48EF03}" dt="2023-12-07T21:44:18.926" v="3556" actId="478"/>
          <ac:spMkLst>
            <pc:docMk/>
            <pc:sldMk cId="2954748033" sldId="2145706857"/>
            <ac:spMk id="15" creationId="{89425563-22EB-B3DB-BFC0-C0C750934462}"/>
          </ac:spMkLst>
        </pc:spChg>
        <pc:picChg chg="del">
          <ac:chgData name="Fiore-Gartland, Andrew J" userId="e2c7091a-4529-410b-8188-b1bfa8d6e467" providerId="ADAL" clId="{7BAD712C-8857-466A-ACE2-137E4D48EF03}" dt="2023-12-07T20:52:37.462" v="3280" actId="478"/>
          <ac:picMkLst>
            <pc:docMk/>
            <pc:sldMk cId="2954748033" sldId="2145706857"/>
            <ac:picMk id="3" creationId="{628EBB0A-768E-F329-1374-14B854A48617}"/>
          </ac:picMkLst>
        </pc:picChg>
        <pc:picChg chg="del">
          <ac:chgData name="Fiore-Gartland, Andrew J" userId="e2c7091a-4529-410b-8188-b1bfa8d6e467" providerId="ADAL" clId="{7BAD712C-8857-466A-ACE2-137E4D48EF03}" dt="2023-12-07T20:52:38.966" v="3281" actId="478"/>
          <ac:picMkLst>
            <pc:docMk/>
            <pc:sldMk cId="2954748033" sldId="2145706857"/>
            <ac:picMk id="6" creationId="{32EB94FC-89ED-B303-CC2E-D171D75D503F}"/>
          </ac:picMkLst>
        </pc:picChg>
        <pc:picChg chg="add mod">
          <ac:chgData name="Fiore-Gartland, Andrew J" userId="e2c7091a-4529-410b-8188-b1bfa8d6e467" providerId="ADAL" clId="{7BAD712C-8857-466A-ACE2-137E4D48EF03}" dt="2023-12-07T21:58:44.833" v="3743" actId="1076"/>
          <ac:picMkLst>
            <pc:docMk/>
            <pc:sldMk cId="2954748033" sldId="2145706857"/>
            <ac:picMk id="7" creationId="{BE15DEBC-7FC5-BFAA-6506-7CEB3C865549}"/>
          </ac:picMkLst>
        </pc:picChg>
        <pc:picChg chg="mod modCrop">
          <ac:chgData name="Fiore-Gartland, Andrew J" userId="e2c7091a-4529-410b-8188-b1bfa8d6e467" providerId="ADAL" clId="{7BAD712C-8857-466A-ACE2-137E4D48EF03}" dt="2023-12-07T21:58:39.981" v="3741" actId="1076"/>
          <ac:picMkLst>
            <pc:docMk/>
            <pc:sldMk cId="2954748033" sldId="2145706857"/>
            <ac:picMk id="8" creationId="{E62B42F6-C90A-607A-D7EA-EBAD908C24D7}"/>
          </ac:picMkLst>
        </pc:picChg>
        <pc:picChg chg="add mod">
          <ac:chgData name="Fiore-Gartland, Andrew J" userId="e2c7091a-4529-410b-8188-b1bfa8d6e467" providerId="ADAL" clId="{7BAD712C-8857-466A-ACE2-137E4D48EF03}" dt="2023-12-07T21:58:53.317" v="3746" actId="1076"/>
          <ac:picMkLst>
            <pc:docMk/>
            <pc:sldMk cId="2954748033" sldId="2145706857"/>
            <ac:picMk id="10" creationId="{9B580C31-E2B8-BE6B-6F94-0C05956C59D3}"/>
          </ac:picMkLst>
        </pc:picChg>
      </pc:sldChg>
      <pc:sldChg chg="addSp modSp add mod modNotesTx">
        <pc:chgData name="Fiore-Gartland, Andrew J" userId="e2c7091a-4529-410b-8188-b1bfa8d6e467" providerId="ADAL" clId="{7BAD712C-8857-466A-ACE2-137E4D48EF03}" dt="2023-12-12T22:03:03.300" v="12028" actId="1076"/>
        <pc:sldMkLst>
          <pc:docMk/>
          <pc:sldMk cId="3876650488" sldId="2145706858"/>
        </pc:sldMkLst>
        <pc:spChg chg="add mod">
          <ac:chgData name="Fiore-Gartland, Andrew J" userId="e2c7091a-4529-410b-8188-b1bfa8d6e467" providerId="ADAL" clId="{7BAD712C-8857-466A-ACE2-137E4D48EF03}" dt="2023-12-12T22:03:03.300" v="12028" actId="1076"/>
          <ac:spMkLst>
            <pc:docMk/>
            <pc:sldMk cId="3876650488" sldId="2145706858"/>
            <ac:spMk id="2" creationId="{FCBF5BD4-3055-6AA5-0D39-1CD558D6D8B9}"/>
          </ac:spMkLst>
        </pc:spChg>
        <pc:spChg chg="mod">
          <ac:chgData name="Fiore-Gartland, Andrew J" userId="e2c7091a-4529-410b-8188-b1bfa8d6e467" providerId="ADAL" clId="{7BAD712C-8857-466A-ACE2-137E4D48EF03}" dt="2023-12-12T21:56:55.347" v="11876" actId="20577"/>
          <ac:spMkLst>
            <pc:docMk/>
            <pc:sldMk cId="3876650488" sldId="2145706858"/>
            <ac:spMk id="4" creationId="{8A5B1908-5A22-9937-4236-7133897B0BD4}"/>
          </ac:spMkLst>
        </pc:spChg>
        <pc:spChg chg="add mod">
          <ac:chgData name="Fiore-Gartland, Andrew J" userId="e2c7091a-4529-410b-8188-b1bfa8d6e467" providerId="ADAL" clId="{7BAD712C-8857-466A-ACE2-137E4D48EF03}" dt="2023-12-07T23:40:45.648" v="4407" actId="6549"/>
          <ac:spMkLst>
            <pc:docMk/>
            <pc:sldMk cId="3876650488" sldId="2145706858"/>
            <ac:spMk id="5" creationId="{8BDBC859-DCEA-0037-1F18-A0BA40573C76}"/>
          </ac:spMkLst>
        </pc:spChg>
        <pc:spChg chg="add mod">
          <ac:chgData name="Fiore-Gartland, Andrew J" userId="e2c7091a-4529-410b-8188-b1bfa8d6e467" providerId="ADAL" clId="{7BAD712C-8857-466A-ACE2-137E4D48EF03}" dt="2023-12-07T23:40:48.816" v="4408" actId="1076"/>
          <ac:spMkLst>
            <pc:docMk/>
            <pc:sldMk cId="3876650488" sldId="2145706858"/>
            <ac:spMk id="6" creationId="{3BDEED7A-A2A0-8393-C08F-535878FF05DB}"/>
          </ac:spMkLst>
        </pc:spChg>
        <pc:spChg chg="add mod">
          <ac:chgData name="Fiore-Gartland, Andrew J" userId="e2c7091a-4529-410b-8188-b1bfa8d6e467" providerId="ADAL" clId="{7BAD712C-8857-466A-ACE2-137E4D48EF03}" dt="2023-12-07T23:40:13.868" v="4383" actId="1076"/>
          <ac:spMkLst>
            <pc:docMk/>
            <pc:sldMk cId="3876650488" sldId="2145706858"/>
            <ac:spMk id="7" creationId="{12A2F894-DA60-19D8-5F56-AA5F50211BBC}"/>
          </ac:spMkLst>
        </pc:spChg>
        <pc:spChg chg="add mod">
          <ac:chgData name="Fiore-Gartland, Andrew J" userId="e2c7091a-4529-410b-8188-b1bfa8d6e467" providerId="ADAL" clId="{7BAD712C-8857-466A-ACE2-137E4D48EF03}" dt="2023-12-07T23:40:17.514" v="4384" actId="1076"/>
          <ac:spMkLst>
            <pc:docMk/>
            <pc:sldMk cId="3876650488" sldId="2145706858"/>
            <ac:spMk id="8" creationId="{5C9BAE61-A20A-F5FE-68B9-2D900F84F516}"/>
          </ac:spMkLst>
        </pc:spChg>
        <pc:spChg chg="add mod">
          <ac:chgData name="Fiore-Gartland, Andrew J" userId="e2c7091a-4529-410b-8188-b1bfa8d6e467" providerId="ADAL" clId="{7BAD712C-8857-466A-ACE2-137E4D48EF03}" dt="2023-12-12T21:58:57.993" v="11941" actId="20577"/>
          <ac:spMkLst>
            <pc:docMk/>
            <pc:sldMk cId="3876650488" sldId="2145706858"/>
            <ac:spMk id="9" creationId="{746C09A9-B2F5-6653-87DE-A76DA84783D0}"/>
          </ac:spMkLst>
        </pc:spChg>
        <pc:spChg chg="add mod">
          <ac:chgData name="Fiore-Gartland, Andrew J" userId="e2c7091a-4529-410b-8188-b1bfa8d6e467" providerId="ADAL" clId="{7BAD712C-8857-466A-ACE2-137E4D48EF03}" dt="2023-12-07T23:40:21.758" v="4385" actId="1076"/>
          <ac:spMkLst>
            <pc:docMk/>
            <pc:sldMk cId="3876650488" sldId="2145706858"/>
            <ac:spMk id="10" creationId="{EA9AF207-8F96-56D3-6212-F92DE78033CC}"/>
          </ac:spMkLst>
        </pc:spChg>
        <pc:spChg chg="add mod">
          <ac:chgData name="Fiore-Gartland, Andrew J" userId="e2c7091a-4529-410b-8188-b1bfa8d6e467" providerId="ADAL" clId="{7BAD712C-8857-466A-ACE2-137E4D48EF03}" dt="2023-12-07T23:40:25.573" v="4386" actId="1076"/>
          <ac:spMkLst>
            <pc:docMk/>
            <pc:sldMk cId="3876650488" sldId="2145706858"/>
            <ac:spMk id="11" creationId="{1D1EA4B9-E5AA-9D8C-35A4-53FEB5F3103F}"/>
          </ac:spMkLst>
        </pc:spChg>
        <pc:spChg chg="add mod">
          <ac:chgData name="Fiore-Gartland, Andrew J" userId="e2c7091a-4529-410b-8188-b1bfa8d6e467" providerId="ADAL" clId="{7BAD712C-8857-466A-ACE2-137E4D48EF03}" dt="2023-12-12T21:59:37.449" v="11971" actId="20577"/>
          <ac:spMkLst>
            <pc:docMk/>
            <pc:sldMk cId="3876650488" sldId="2145706858"/>
            <ac:spMk id="12" creationId="{5C79F80B-662E-9AA3-077E-DF346922669B}"/>
          </ac:spMkLst>
        </pc:spChg>
        <pc:spChg chg="mod">
          <ac:chgData name="Fiore-Gartland, Andrew J" userId="e2c7091a-4529-410b-8188-b1bfa8d6e467" providerId="ADAL" clId="{7BAD712C-8857-466A-ACE2-137E4D48EF03}" dt="2023-12-07T23:24:15.407" v="4015" actId="20577"/>
          <ac:spMkLst>
            <pc:docMk/>
            <pc:sldMk cId="3876650488" sldId="2145706858"/>
            <ac:spMk id="13" creationId="{4F5C09B4-32D2-46D9-B082-32537DF56D26}"/>
          </ac:spMkLst>
        </pc:spChg>
        <pc:spChg chg="mod">
          <ac:chgData name="Fiore-Gartland, Andrew J" userId="e2c7091a-4529-410b-8188-b1bfa8d6e467" providerId="ADAL" clId="{7BAD712C-8857-466A-ACE2-137E4D48EF03}" dt="2023-12-12T21:56:28.335" v="11863" actId="1076"/>
          <ac:spMkLst>
            <pc:docMk/>
            <pc:sldMk cId="3876650488" sldId="2145706858"/>
            <ac:spMk id="15" creationId="{89425563-22EB-B3DB-BFC0-C0C750934462}"/>
          </ac:spMkLst>
        </pc:spChg>
        <pc:spChg chg="add mod">
          <ac:chgData name="Fiore-Gartland, Andrew J" userId="e2c7091a-4529-410b-8188-b1bfa8d6e467" providerId="ADAL" clId="{7BAD712C-8857-466A-ACE2-137E4D48EF03}" dt="2023-12-12T22:00:23.692" v="12010" actId="14100"/>
          <ac:spMkLst>
            <pc:docMk/>
            <pc:sldMk cId="3876650488" sldId="2145706858"/>
            <ac:spMk id="16" creationId="{4AE05FF9-5D1B-DDFA-9A6D-8BAA826B61B8}"/>
          </ac:spMkLst>
        </pc:spChg>
        <pc:spChg chg="add mod">
          <ac:chgData name="Fiore-Gartland, Andrew J" userId="e2c7091a-4529-410b-8188-b1bfa8d6e467" providerId="ADAL" clId="{7BAD712C-8857-466A-ACE2-137E4D48EF03}" dt="2023-12-07T23:41:22.414" v="4432" actId="1076"/>
          <ac:spMkLst>
            <pc:docMk/>
            <pc:sldMk cId="3876650488" sldId="2145706858"/>
            <ac:spMk id="18" creationId="{FF9D4365-F0DB-388D-4680-CE3531E49150}"/>
          </ac:spMkLst>
        </pc:spChg>
        <pc:picChg chg="add mod">
          <ac:chgData name="Fiore-Gartland, Andrew J" userId="e2c7091a-4529-410b-8188-b1bfa8d6e467" providerId="ADAL" clId="{7BAD712C-8857-466A-ACE2-137E4D48EF03}" dt="2023-12-07T23:39:59.928" v="4380" actId="14100"/>
          <ac:picMkLst>
            <pc:docMk/>
            <pc:sldMk cId="3876650488" sldId="2145706858"/>
            <ac:picMk id="3" creationId="{3F00283C-DD68-BEFE-FA86-C8521D9A8B4D}"/>
          </ac:picMkLst>
        </pc:picChg>
        <pc:picChg chg="add mod">
          <ac:chgData name="Fiore-Gartland, Andrew J" userId="e2c7091a-4529-410b-8188-b1bfa8d6e467" providerId="ADAL" clId="{7BAD712C-8857-466A-ACE2-137E4D48EF03}" dt="2023-12-07T23:41:01.705" v="4412" actId="1076"/>
          <ac:picMkLst>
            <pc:docMk/>
            <pc:sldMk cId="3876650488" sldId="2145706858"/>
            <ac:picMk id="14" creationId="{01A2D947-68B6-C726-AE47-90E83F38C9B3}"/>
          </ac:picMkLst>
        </pc:picChg>
        <pc:picChg chg="add mod">
          <ac:chgData name="Fiore-Gartland, Andrew J" userId="e2c7091a-4529-410b-8188-b1bfa8d6e467" providerId="ADAL" clId="{7BAD712C-8857-466A-ACE2-137E4D48EF03}" dt="2023-12-07T23:39:48.714" v="4376" actId="1076"/>
          <ac:picMkLst>
            <pc:docMk/>
            <pc:sldMk cId="3876650488" sldId="2145706858"/>
            <ac:picMk id="17" creationId="{7314EC48-8620-ED44-3231-1A1F3974B5CA}"/>
          </ac:picMkLst>
        </pc:picChg>
      </pc:sldChg>
      <pc:sldChg chg="addSp delSp modSp add mod">
        <pc:chgData name="Fiore-Gartland, Andrew J" userId="e2c7091a-4529-410b-8188-b1bfa8d6e467" providerId="ADAL" clId="{7BAD712C-8857-466A-ACE2-137E4D48EF03}" dt="2023-12-12T22:06:05.367" v="12046" actId="1076"/>
        <pc:sldMkLst>
          <pc:docMk/>
          <pc:sldMk cId="2389219523" sldId="2145706859"/>
        </pc:sldMkLst>
        <pc:spChg chg="add mod">
          <ac:chgData name="Fiore-Gartland, Andrew J" userId="e2c7091a-4529-410b-8188-b1bfa8d6e467" providerId="ADAL" clId="{7BAD712C-8857-466A-ACE2-137E4D48EF03}" dt="2023-12-12T22:06:01.023" v="12045" actId="1036"/>
          <ac:spMkLst>
            <pc:docMk/>
            <pc:sldMk cId="2389219523" sldId="2145706859"/>
            <ac:spMk id="2" creationId="{CC5930E0-50D7-519C-BDD1-8EBC8EC6B289}"/>
          </ac:spMkLst>
        </pc:spChg>
        <pc:spChg chg="add mod">
          <ac:chgData name="Fiore-Gartland, Andrew J" userId="e2c7091a-4529-410b-8188-b1bfa8d6e467" providerId="ADAL" clId="{7BAD712C-8857-466A-ACE2-137E4D48EF03}" dt="2023-12-12T22:06:05.367" v="12046" actId="1076"/>
          <ac:spMkLst>
            <pc:docMk/>
            <pc:sldMk cId="2389219523" sldId="2145706859"/>
            <ac:spMk id="3" creationId="{7692E2B2-CF0E-FE1F-27E6-76A3D4844E66}"/>
          </ac:spMkLst>
        </pc:spChg>
        <pc:spChg chg="mod">
          <ac:chgData name="Fiore-Gartland, Andrew J" userId="e2c7091a-4529-410b-8188-b1bfa8d6e467" providerId="ADAL" clId="{7BAD712C-8857-466A-ACE2-137E4D48EF03}" dt="2023-12-07T23:59:01.202" v="5198" actId="20577"/>
          <ac:spMkLst>
            <pc:docMk/>
            <pc:sldMk cId="2389219523" sldId="2145706859"/>
            <ac:spMk id="4" creationId="{8A5B1908-5A22-9937-4236-7133897B0BD4}"/>
          </ac:spMkLst>
        </pc:spChg>
        <pc:spChg chg="del">
          <ac:chgData name="Fiore-Gartland, Andrew J" userId="e2c7091a-4529-410b-8188-b1bfa8d6e467" providerId="ADAL" clId="{7BAD712C-8857-466A-ACE2-137E4D48EF03}" dt="2023-12-07T23:42:29.772" v="4436" actId="478"/>
          <ac:spMkLst>
            <pc:docMk/>
            <pc:sldMk cId="2389219523" sldId="2145706859"/>
            <ac:spMk id="5" creationId="{8BDBC859-DCEA-0037-1F18-A0BA40573C76}"/>
          </ac:spMkLst>
        </pc:spChg>
        <pc:spChg chg="mod">
          <ac:chgData name="Fiore-Gartland, Andrew J" userId="e2c7091a-4529-410b-8188-b1bfa8d6e467" providerId="ADAL" clId="{7BAD712C-8857-466A-ACE2-137E4D48EF03}" dt="2023-12-07T23:52:57.040" v="4958" actId="688"/>
          <ac:spMkLst>
            <pc:docMk/>
            <pc:sldMk cId="2389219523" sldId="2145706859"/>
            <ac:spMk id="6" creationId="{3BDEED7A-A2A0-8393-C08F-535878FF05DB}"/>
          </ac:spMkLst>
        </pc:spChg>
        <pc:spChg chg="del">
          <ac:chgData name="Fiore-Gartland, Andrew J" userId="e2c7091a-4529-410b-8188-b1bfa8d6e467" providerId="ADAL" clId="{7BAD712C-8857-466A-ACE2-137E4D48EF03}" dt="2023-12-07T23:42:26.941" v="4435" actId="478"/>
          <ac:spMkLst>
            <pc:docMk/>
            <pc:sldMk cId="2389219523" sldId="2145706859"/>
            <ac:spMk id="7" creationId="{12A2F894-DA60-19D8-5F56-AA5F50211BBC}"/>
          </ac:spMkLst>
        </pc:spChg>
        <pc:spChg chg="del">
          <ac:chgData name="Fiore-Gartland, Andrew J" userId="e2c7091a-4529-410b-8188-b1bfa8d6e467" providerId="ADAL" clId="{7BAD712C-8857-466A-ACE2-137E4D48EF03}" dt="2023-12-07T23:42:26.941" v="4435" actId="478"/>
          <ac:spMkLst>
            <pc:docMk/>
            <pc:sldMk cId="2389219523" sldId="2145706859"/>
            <ac:spMk id="8" creationId="{5C9BAE61-A20A-F5FE-68B9-2D900F84F516}"/>
          </ac:spMkLst>
        </pc:spChg>
        <pc:spChg chg="del">
          <ac:chgData name="Fiore-Gartland, Andrew J" userId="e2c7091a-4529-410b-8188-b1bfa8d6e467" providerId="ADAL" clId="{7BAD712C-8857-466A-ACE2-137E4D48EF03}" dt="2023-12-07T23:42:26.941" v="4435" actId="478"/>
          <ac:spMkLst>
            <pc:docMk/>
            <pc:sldMk cId="2389219523" sldId="2145706859"/>
            <ac:spMk id="9" creationId="{746C09A9-B2F5-6653-87DE-A76DA84783D0}"/>
          </ac:spMkLst>
        </pc:spChg>
        <pc:spChg chg="del">
          <ac:chgData name="Fiore-Gartland, Andrew J" userId="e2c7091a-4529-410b-8188-b1bfa8d6e467" providerId="ADAL" clId="{7BAD712C-8857-466A-ACE2-137E4D48EF03}" dt="2023-12-07T23:42:26.941" v="4435" actId="478"/>
          <ac:spMkLst>
            <pc:docMk/>
            <pc:sldMk cId="2389219523" sldId="2145706859"/>
            <ac:spMk id="10" creationId="{EA9AF207-8F96-56D3-6212-F92DE78033CC}"/>
          </ac:spMkLst>
        </pc:spChg>
        <pc:spChg chg="del">
          <ac:chgData name="Fiore-Gartland, Andrew J" userId="e2c7091a-4529-410b-8188-b1bfa8d6e467" providerId="ADAL" clId="{7BAD712C-8857-466A-ACE2-137E4D48EF03}" dt="2023-12-07T23:42:26.941" v="4435" actId="478"/>
          <ac:spMkLst>
            <pc:docMk/>
            <pc:sldMk cId="2389219523" sldId="2145706859"/>
            <ac:spMk id="11" creationId="{1D1EA4B9-E5AA-9D8C-35A4-53FEB5F3103F}"/>
          </ac:spMkLst>
        </pc:spChg>
        <pc:spChg chg="del">
          <ac:chgData name="Fiore-Gartland, Andrew J" userId="e2c7091a-4529-410b-8188-b1bfa8d6e467" providerId="ADAL" clId="{7BAD712C-8857-466A-ACE2-137E4D48EF03}" dt="2023-12-07T23:42:26.941" v="4435" actId="478"/>
          <ac:spMkLst>
            <pc:docMk/>
            <pc:sldMk cId="2389219523" sldId="2145706859"/>
            <ac:spMk id="18" creationId="{FF9D4365-F0DB-388D-4680-CE3531E49150}"/>
          </ac:spMkLst>
        </pc:spChg>
        <pc:spChg chg="add del mod">
          <ac:chgData name="Fiore-Gartland, Andrew J" userId="e2c7091a-4529-410b-8188-b1bfa8d6e467" providerId="ADAL" clId="{7BAD712C-8857-466A-ACE2-137E4D48EF03}" dt="2023-12-07T23:52:26.924" v="4949" actId="478"/>
          <ac:spMkLst>
            <pc:docMk/>
            <pc:sldMk cId="2389219523" sldId="2145706859"/>
            <ac:spMk id="22" creationId="{78AA9BE3-4B5A-0728-A6C3-5828D7238A2F}"/>
          </ac:spMkLst>
        </pc:spChg>
        <pc:picChg chg="del">
          <ac:chgData name="Fiore-Gartland, Andrew J" userId="e2c7091a-4529-410b-8188-b1bfa8d6e467" providerId="ADAL" clId="{7BAD712C-8857-466A-ACE2-137E4D48EF03}" dt="2023-12-07T23:42:29.772" v="4436" actId="478"/>
          <ac:picMkLst>
            <pc:docMk/>
            <pc:sldMk cId="2389219523" sldId="2145706859"/>
            <ac:picMk id="3" creationId="{3F00283C-DD68-BEFE-FA86-C8521D9A8B4D}"/>
          </ac:picMkLst>
        </pc:picChg>
        <pc:picChg chg="add mod ord">
          <ac:chgData name="Fiore-Gartland, Andrew J" userId="e2c7091a-4529-410b-8188-b1bfa8d6e467" providerId="ADAL" clId="{7BAD712C-8857-466A-ACE2-137E4D48EF03}" dt="2023-12-07T23:59:11.876" v="5201" actId="167"/>
          <ac:picMkLst>
            <pc:docMk/>
            <pc:sldMk cId="2389219523" sldId="2145706859"/>
            <ac:picMk id="12" creationId="{0E235AE4-0805-658B-FD6B-0F1660B7B253}"/>
          </ac:picMkLst>
        </pc:picChg>
        <pc:picChg chg="del">
          <ac:chgData name="Fiore-Gartland, Andrew J" userId="e2c7091a-4529-410b-8188-b1bfa8d6e467" providerId="ADAL" clId="{7BAD712C-8857-466A-ACE2-137E4D48EF03}" dt="2023-12-07T23:42:26.941" v="4435" actId="478"/>
          <ac:picMkLst>
            <pc:docMk/>
            <pc:sldMk cId="2389219523" sldId="2145706859"/>
            <ac:picMk id="14" creationId="{01A2D947-68B6-C726-AE47-90E83F38C9B3}"/>
          </ac:picMkLst>
        </pc:picChg>
        <pc:picChg chg="del">
          <ac:chgData name="Fiore-Gartland, Andrew J" userId="e2c7091a-4529-410b-8188-b1bfa8d6e467" providerId="ADAL" clId="{7BAD712C-8857-466A-ACE2-137E4D48EF03}" dt="2023-12-07T23:42:26.941" v="4435" actId="478"/>
          <ac:picMkLst>
            <pc:docMk/>
            <pc:sldMk cId="2389219523" sldId="2145706859"/>
            <ac:picMk id="17" creationId="{7314EC48-8620-ED44-3231-1A1F3974B5CA}"/>
          </ac:picMkLst>
        </pc:picChg>
        <pc:picChg chg="add mod">
          <ac:chgData name="Fiore-Gartland, Andrew J" userId="e2c7091a-4529-410b-8188-b1bfa8d6e467" providerId="ADAL" clId="{7BAD712C-8857-466A-ACE2-137E4D48EF03}" dt="2023-12-07T23:59:06.310" v="5199" actId="14100"/>
          <ac:picMkLst>
            <pc:docMk/>
            <pc:sldMk cId="2389219523" sldId="2145706859"/>
            <ac:picMk id="19" creationId="{530B5BF6-6822-9CBC-FBBA-6ED0591F355A}"/>
          </ac:picMkLst>
        </pc:picChg>
        <pc:picChg chg="add mod">
          <ac:chgData name="Fiore-Gartland, Andrew J" userId="e2c7091a-4529-410b-8188-b1bfa8d6e467" providerId="ADAL" clId="{7BAD712C-8857-466A-ACE2-137E4D48EF03}" dt="2023-12-07T23:52:34.042" v="4951" actId="1076"/>
          <ac:picMkLst>
            <pc:docMk/>
            <pc:sldMk cId="2389219523" sldId="2145706859"/>
            <ac:picMk id="21" creationId="{45275A38-4C5F-9C3C-6A48-7948EDD3B909}"/>
          </ac:picMkLst>
        </pc:picChg>
      </pc:sldChg>
      <pc:sldChg chg="addSp modSp add mod">
        <pc:chgData name="Fiore-Gartland, Andrew J" userId="e2c7091a-4529-410b-8188-b1bfa8d6e467" providerId="ADAL" clId="{7BAD712C-8857-466A-ACE2-137E4D48EF03}" dt="2023-12-12T22:41:10.107" v="12053" actId="1076"/>
        <pc:sldMkLst>
          <pc:docMk/>
          <pc:sldMk cId="255017870" sldId="2145706860"/>
        </pc:sldMkLst>
        <pc:spChg chg="mod">
          <ac:chgData name="Fiore-Gartland, Andrew J" userId="e2c7091a-4529-410b-8188-b1bfa8d6e467" providerId="ADAL" clId="{7BAD712C-8857-466A-ACE2-137E4D48EF03}" dt="2023-12-08T00:12:08.170" v="5681" actId="6549"/>
          <ac:spMkLst>
            <pc:docMk/>
            <pc:sldMk cId="255017870" sldId="2145706860"/>
            <ac:spMk id="4" creationId="{8A5B1908-5A22-9937-4236-7133897B0BD4}"/>
          </ac:spMkLst>
        </pc:spChg>
        <pc:spChg chg="mod">
          <ac:chgData name="Fiore-Gartland, Andrew J" userId="e2c7091a-4529-410b-8188-b1bfa8d6e467" providerId="ADAL" clId="{7BAD712C-8857-466A-ACE2-137E4D48EF03}" dt="2023-12-08T00:00:30.115" v="5235" actId="20577"/>
          <ac:spMkLst>
            <pc:docMk/>
            <pc:sldMk cId="255017870" sldId="2145706860"/>
            <ac:spMk id="13" creationId="{4F5C09B4-32D2-46D9-B082-32537DF56D26}"/>
          </ac:spMkLst>
        </pc:spChg>
        <pc:spChg chg="mod">
          <ac:chgData name="Fiore-Gartland, Andrew J" userId="e2c7091a-4529-410b-8188-b1bfa8d6e467" providerId="ADAL" clId="{7BAD712C-8857-466A-ACE2-137E4D48EF03}" dt="2023-12-08T00:01:08.415" v="5263" actId="1076"/>
          <ac:spMkLst>
            <pc:docMk/>
            <pc:sldMk cId="255017870" sldId="2145706860"/>
            <ac:spMk id="15" creationId="{89425563-22EB-B3DB-BFC0-C0C750934462}"/>
          </ac:spMkLst>
        </pc:spChg>
        <pc:picChg chg="add mod">
          <ac:chgData name="Fiore-Gartland, Andrew J" userId="e2c7091a-4529-410b-8188-b1bfa8d6e467" providerId="ADAL" clId="{7BAD712C-8857-466A-ACE2-137E4D48EF03}" dt="2023-12-12T22:40:44.549" v="12048" actId="1076"/>
          <ac:picMkLst>
            <pc:docMk/>
            <pc:sldMk cId="255017870" sldId="2145706860"/>
            <ac:picMk id="3" creationId="{FD75D3D2-94AC-912D-BE8E-857497DFACF1}"/>
          </ac:picMkLst>
        </pc:picChg>
        <pc:picChg chg="add mod">
          <ac:chgData name="Fiore-Gartland, Andrew J" userId="e2c7091a-4529-410b-8188-b1bfa8d6e467" providerId="ADAL" clId="{7BAD712C-8857-466A-ACE2-137E4D48EF03}" dt="2023-12-12T22:41:10.107" v="12053" actId="1076"/>
          <ac:picMkLst>
            <pc:docMk/>
            <pc:sldMk cId="255017870" sldId="2145706860"/>
            <ac:picMk id="5" creationId="{48F30736-C61A-5F3A-60F6-F33DDF062B14}"/>
          </ac:picMkLst>
        </pc:picChg>
        <pc:picChg chg="add mod">
          <ac:chgData name="Fiore-Gartland, Andrew J" userId="e2c7091a-4529-410b-8188-b1bfa8d6e467" providerId="ADAL" clId="{7BAD712C-8857-466A-ACE2-137E4D48EF03}" dt="2023-12-12T22:40:38.141" v="12047" actId="1076"/>
          <ac:picMkLst>
            <pc:docMk/>
            <pc:sldMk cId="255017870" sldId="2145706860"/>
            <ac:picMk id="6" creationId="{D256939D-1C20-F8EB-1C3D-9B488ADDF6FE}"/>
          </ac:picMkLst>
        </pc:picChg>
        <pc:picChg chg="add mod">
          <ac:chgData name="Fiore-Gartland, Andrew J" userId="e2c7091a-4529-410b-8188-b1bfa8d6e467" providerId="ADAL" clId="{7BAD712C-8857-466A-ACE2-137E4D48EF03}" dt="2023-12-08T00:12:13.584" v="5683" actId="1076"/>
          <ac:picMkLst>
            <pc:docMk/>
            <pc:sldMk cId="255017870" sldId="2145706860"/>
            <ac:picMk id="8" creationId="{450C00C3-A604-9C40-3956-56ED7D9B3B03}"/>
          </ac:picMkLst>
        </pc:picChg>
      </pc:sldChg>
      <pc:sldChg chg="addSp delSp modSp add mod">
        <pc:chgData name="Fiore-Gartland, Andrew J" userId="e2c7091a-4529-410b-8188-b1bfa8d6e467" providerId="ADAL" clId="{7BAD712C-8857-466A-ACE2-137E4D48EF03}" dt="2023-12-12T22:41:37.574" v="12071" actId="20577"/>
        <pc:sldMkLst>
          <pc:docMk/>
          <pc:sldMk cId="513779540" sldId="2145706861"/>
        </pc:sldMkLst>
        <pc:spChg chg="mod">
          <ac:chgData name="Fiore-Gartland, Andrew J" userId="e2c7091a-4529-410b-8188-b1bfa8d6e467" providerId="ADAL" clId="{7BAD712C-8857-466A-ACE2-137E4D48EF03}" dt="2023-12-12T22:41:37.574" v="12071" actId="20577"/>
          <ac:spMkLst>
            <pc:docMk/>
            <pc:sldMk cId="513779540" sldId="2145706861"/>
            <ac:spMk id="4" creationId="{8A5B1908-5A22-9937-4236-7133897B0BD4}"/>
          </ac:spMkLst>
        </pc:spChg>
        <pc:spChg chg="add del mod">
          <ac:chgData name="Fiore-Gartland, Andrew J" userId="e2c7091a-4529-410b-8188-b1bfa8d6e467" providerId="ADAL" clId="{7BAD712C-8857-466A-ACE2-137E4D48EF03}" dt="2023-12-08T00:23:23.798" v="6063" actId="478"/>
          <ac:spMkLst>
            <pc:docMk/>
            <pc:sldMk cId="513779540" sldId="2145706861"/>
            <ac:spMk id="9" creationId="{9649ED7B-009A-3CF3-8193-8865669FC845}"/>
          </ac:spMkLst>
        </pc:spChg>
        <pc:spChg chg="mod">
          <ac:chgData name="Fiore-Gartland, Andrew J" userId="e2c7091a-4529-410b-8188-b1bfa8d6e467" providerId="ADAL" clId="{7BAD712C-8857-466A-ACE2-137E4D48EF03}" dt="2023-12-08T00:12:59.410" v="5714" actId="20577"/>
          <ac:spMkLst>
            <pc:docMk/>
            <pc:sldMk cId="513779540" sldId="2145706861"/>
            <ac:spMk id="13" creationId="{4F5C09B4-32D2-46D9-B082-32537DF56D26}"/>
          </ac:spMkLst>
        </pc:spChg>
        <pc:spChg chg="mod">
          <ac:chgData name="Fiore-Gartland, Andrew J" userId="e2c7091a-4529-410b-8188-b1bfa8d6e467" providerId="ADAL" clId="{7BAD712C-8857-466A-ACE2-137E4D48EF03}" dt="2023-12-08T00:23:37.015" v="6069" actId="1076"/>
          <ac:spMkLst>
            <pc:docMk/>
            <pc:sldMk cId="513779540" sldId="2145706861"/>
            <ac:spMk id="15" creationId="{89425563-22EB-B3DB-BFC0-C0C750934462}"/>
          </ac:spMkLst>
        </pc:spChg>
        <pc:picChg chg="add mod">
          <ac:chgData name="Fiore-Gartland, Andrew J" userId="e2c7091a-4529-410b-8188-b1bfa8d6e467" providerId="ADAL" clId="{7BAD712C-8857-466A-ACE2-137E4D48EF03}" dt="2023-12-08T00:16:23.490" v="5870" actId="1076"/>
          <ac:picMkLst>
            <pc:docMk/>
            <pc:sldMk cId="513779540" sldId="2145706861"/>
            <ac:picMk id="3" creationId="{1E833852-8762-1117-4E57-A5E927E80078}"/>
          </ac:picMkLst>
        </pc:picChg>
        <pc:picChg chg="add mod">
          <ac:chgData name="Fiore-Gartland, Andrew J" userId="e2c7091a-4529-410b-8188-b1bfa8d6e467" providerId="ADAL" clId="{7BAD712C-8857-466A-ACE2-137E4D48EF03}" dt="2023-12-08T00:23:39.323" v="6070" actId="1076"/>
          <ac:picMkLst>
            <pc:docMk/>
            <pc:sldMk cId="513779540" sldId="2145706861"/>
            <ac:picMk id="6" creationId="{389DD6C5-CC11-0211-192F-DCC5C44656E9}"/>
          </ac:picMkLst>
        </pc:picChg>
        <pc:picChg chg="add del mod modCrop">
          <ac:chgData name="Fiore-Gartland, Andrew J" userId="e2c7091a-4529-410b-8188-b1bfa8d6e467" providerId="ADAL" clId="{7BAD712C-8857-466A-ACE2-137E4D48EF03}" dt="2023-12-08T00:23:23.798" v="6063" actId="478"/>
          <ac:picMkLst>
            <pc:docMk/>
            <pc:sldMk cId="513779540" sldId="2145706861"/>
            <ac:picMk id="8" creationId="{DD3A5766-5BFA-C0BA-C49A-915AF5ECC52F}"/>
          </ac:picMkLst>
        </pc:picChg>
        <pc:picChg chg="add del mod">
          <ac:chgData name="Fiore-Gartland, Andrew J" userId="e2c7091a-4529-410b-8188-b1bfa8d6e467" providerId="ADAL" clId="{7BAD712C-8857-466A-ACE2-137E4D48EF03}" dt="2023-12-08T00:23:25.302" v="6064" actId="478"/>
          <ac:picMkLst>
            <pc:docMk/>
            <pc:sldMk cId="513779540" sldId="2145706861"/>
            <ac:picMk id="11" creationId="{1AAE087D-961D-A912-E283-C5BCA4D5FB7A}"/>
          </ac:picMkLst>
        </pc:picChg>
      </pc:sldChg>
      <pc:sldChg chg="addSp delSp modSp add mod">
        <pc:chgData name="Fiore-Gartland, Andrew J" userId="e2c7091a-4529-410b-8188-b1bfa8d6e467" providerId="ADAL" clId="{7BAD712C-8857-466A-ACE2-137E4D48EF03}" dt="2023-12-12T22:42:25.638" v="12076" actId="1076"/>
        <pc:sldMkLst>
          <pc:docMk/>
          <pc:sldMk cId="3716848273" sldId="2145706862"/>
        </pc:sldMkLst>
        <pc:spChg chg="mod">
          <ac:chgData name="Fiore-Gartland, Andrew J" userId="e2c7091a-4529-410b-8188-b1bfa8d6e467" providerId="ADAL" clId="{7BAD712C-8857-466A-ACE2-137E4D48EF03}" dt="2023-12-08T00:32:02.297" v="6734" actId="14100"/>
          <ac:spMkLst>
            <pc:docMk/>
            <pc:sldMk cId="3716848273" sldId="2145706862"/>
            <ac:spMk id="4" creationId="{8A5B1908-5A22-9937-4236-7133897B0BD4}"/>
          </ac:spMkLst>
        </pc:spChg>
        <pc:spChg chg="mod">
          <ac:chgData name="Fiore-Gartland, Andrew J" userId="e2c7091a-4529-410b-8188-b1bfa8d6e467" providerId="ADAL" clId="{7BAD712C-8857-466A-ACE2-137E4D48EF03}" dt="2023-12-12T22:42:22.869" v="12075" actId="1076"/>
          <ac:spMkLst>
            <pc:docMk/>
            <pc:sldMk cId="3716848273" sldId="2145706862"/>
            <ac:spMk id="9" creationId="{9649ED7B-009A-3CF3-8193-8865669FC845}"/>
          </ac:spMkLst>
        </pc:spChg>
        <pc:spChg chg="mod">
          <ac:chgData name="Fiore-Gartland, Andrew J" userId="e2c7091a-4529-410b-8188-b1bfa8d6e467" providerId="ADAL" clId="{7BAD712C-8857-466A-ACE2-137E4D48EF03}" dt="2023-12-08T00:24:34.373" v="6171" actId="1076"/>
          <ac:spMkLst>
            <pc:docMk/>
            <pc:sldMk cId="3716848273" sldId="2145706862"/>
            <ac:spMk id="15" creationId="{89425563-22EB-B3DB-BFC0-C0C750934462}"/>
          </ac:spMkLst>
        </pc:spChg>
        <pc:picChg chg="del">
          <ac:chgData name="Fiore-Gartland, Andrew J" userId="e2c7091a-4529-410b-8188-b1bfa8d6e467" providerId="ADAL" clId="{7BAD712C-8857-466A-ACE2-137E4D48EF03}" dt="2023-12-08T00:24:22.799" v="6166" actId="478"/>
          <ac:picMkLst>
            <pc:docMk/>
            <pc:sldMk cId="3716848273" sldId="2145706862"/>
            <ac:picMk id="3" creationId="{1E833852-8762-1117-4E57-A5E927E80078}"/>
          </ac:picMkLst>
        </pc:picChg>
        <pc:picChg chg="add mod">
          <ac:chgData name="Fiore-Gartland, Andrew J" userId="e2c7091a-4529-410b-8188-b1bfa8d6e467" providerId="ADAL" clId="{7BAD712C-8857-466A-ACE2-137E4D48EF03}" dt="2023-12-12T22:42:25.638" v="12076" actId="1076"/>
          <ac:picMkLst>
            <pc:docMk/>
            <pc:sldMk cId="3716848273" sldId="2145706862"/>
            <ac:picMk id="5" creationId="{B5F80454-246D-49F9-3AA2-E9E1529A5239}"/>
          </ac:picMkLst>
        </pc:picChg>
        <pc:picChg chg="del">
          <ac:chgData name="Fiore-Gartland, Andrew J" userId="e2c7091a-4529-410b-8188-b1bfa8d6e467" providerId="ADAL" clId="{7BAD712C-8857-466A-ACE2-137E4D48EF03}" dt="2023-12-08T00:24:22.799" v="6166" actId="478"/>
          <ac:picMkLst>
            <pc:docMk/>
            <pc:sldMk cId="3716848273" sldId="2145706862"/>
            <ac:picMk id="6" creationId="{389DD6C5-CC11-0211-192F-DCC5C44656E9}"/>
          </ac:picMkLst>
        </pc:picChg>
        <pc:picChg chg="mod">
          <ac:chgData name="Fiore-Gartland, Andrew J" userId="e2c7091a-4529-410b-8188-b1bfa8d6e467" providerId="ADAL" clId="{7BAD712C-8857-466A-ACE2-137E4D48EF03}" dt="2023-12-12T22:42:20.224" v="12074" actId="1076"/>
          <ac:picMkLst>
            <pc:docMk/>
            <pc:sldMk cId="3716848273" sldId="2145706862"/>
            <ac:picMk id="8" creationId="{DD3A5766-5BFA-C0BA-C49A-915AF5ECC52F}"/>
          </ac:picMkLst>
        </pc:picChg>
        <pc:picChg chg="mod">
          <ac:chgData name="Fiore-Gartland, Andrew J" userId="e2c7091a-4529-410b-8188-b1bfa8d6e467" providerId="ADAL" clId="{7BAD712C-8857-466A-ACE2-137E4D48EF03}" dt="2023-12-08T00:32:11.580" v="6737" actId="14100"/>
          <ac:picMkLst>
            <pc:docMk/>
            <pc:sldMk cId="3716848273" sldId="2145706862"/>
            <ac:picMk id="11" creationId="{1AAE087D-961D-A912-E283-C5BCA4D5FB7A}"/>
          </ac:picMkLst>
        </pc:picChg>
      </pc:sldChg>
      <pc:sldChg chg="addSp delSp modSp add mod">
        <pc:chgData name="Fiore-Gartland, Andrew J" userId="e2c7091a-4529-410b-8188-b1bfa8d6e467" providerId="ADAL" clId="{7BAD712C-8857-466A-ACE2-137E4D48EF03}" dt="2023-12-12T22:44:23.879" v="12083" actId="1076"/>
        <pc:sldMkLst>
          <pc:docMk/>
          <pc:sldMk cId="1225932731" sldId="2145706863"/>
        </pc:sldMkLst>
        <pc:spChg chg="mod">
          <ac:chgData name="Fiore-Gartland, Andrew J" userId="e2c7091a-4529-410b-8188-b1bfa8d6e467" providerId="ADAL" clId="{7BAD712C-8857-466A-ACE2-137E4D48EF03}" dt="2023-12-12T22:44:23.879" v="12083" actId="1076"/>
          <ac:spMkLst>
            <pc:docMk/>
            <pc:sldMk cId="1225932731" sldId="2145706863"/>
            <ac:spMk id="4" creationId="{8A5B1908-5A22-9937-4236-7133897B0BD4}"/>
          </ac:spMkLst>
        </pc:spChg>
        <pc:spChg chg="mod">
          <ac:chgData name="Fiore-Gartland, Andrew J" userId="e2c7091a-4529-410b-8188-b1bfa8d6e467" providerId="ADAL" clId="{7BAD712C-8857-466A-ACE2-137E4D48EF03}" dt="2023-12-11T23:13:25.707" v="10179" actId="20577"/>
          <ac:spMkLst>
            <pc:docMk/>
            <pc:sldMk cId="1225932731" sldId="2145706863"/>
            <ac:spMk id="13" creationId="{4F5C09B4-32D2-46D9-B082-32537DF56D26}"/>
          </ac:spMkLst>
        </pc:spChg>
        <pc:spChg chg="del">
          <ac:chgData name="Fiore-Gartland, Andrew J" userId="e2c7091a-4529-410b-8188-b1bfa8d6e467" providerId="ADAL" clId="{7BAD712C-8857-466A-ACE2-137E4D48EF03}" dt="2023-12-08T00:35:02.885" v="6800" actId="478"/>
          <ac:spMkLst>
            <pc:docMk/>
            <pc:sldMk cId="1225932731" sldId="2145706863"/>
            <ac:spMk id="15" creationId="{89425563-22EB-B3DB-BFC0-C0C750934462}"/>
          </ac:spMkLst>
        </pc:spChg>
        <pc:picChg chg="add mod modCrop">
          <ac:chgData name="Fiore-Gartland, Andrew J" userId="e2c7091a-4529-410b-8188-b1bfa8d6e467" providerId="ADAL" clId="{7BAD712C-8857-466A-ACE2-137E4D48EF03}" dt="2023-12-12T00:42:26.570" v="11462" actId="1076"/>
          <ac:picMkLst>
            <pc:docMk/>
            <pc:sldMk cId="1225932731" sldId="2145706863"/>
            <ac:picMk id="2" creationId="{CC87E446-D8A5-3D30-E3BB-23AEE4111779}"/>
          </ac:picMkLst>
        </pc:picChg>
        <pc:picChg chg="add mod modCrop">
          <ac:chgData name="Fiore-Gartland, Andrew J" userId="e2c7091a-4529-410b-8188-b1bfa8d6e467" providerId="ADAL" clId="{7BAD712C-8857-466A-ACE2-137E4D48EF03}" dt="2023-12-12T00:42:16.632" v="11458" actId="1076"/>
          <ac:picMkLst>
            <pc:docMk/>
            <pc:sldMk cId="1225932731" sldId="2145706863"/>
            <ac:picMk id="3" creationId="{B71CF53D-7E98-D2A7-E436-8B4BE7AFD44D}"/>
          </ac:picMkLst>
        </pc:picChg>
        <pc:picChg chg="add mod modCrop">
          <ac:chgData name="Fiore-Gartland, Andrew J" userId="e2c7091a-4529-410b-8188-b1bfa8d6e467" providerId="ADAL" clId="{7BAD712C-8857-466A-ACE2-137E4D48EF03}" dt="2023-12-12T00:42:28.271" v="11463" actId="1076"/>
          <ac:picMkLst>
            <pc:docMk/>
            <pc:sldMk cId="1225932731" sldId="2145706863"/>
            <ac:picMk id="5" creationId="{1ADA2F45-39AF-1ED4-072D-6D954077D46A}"/>
          </ac:picMkLst>
        </pc:picChg>
        <pc:picChg chg="add mod modCrop">
          <ac:chgData name="Fiore-Gartland, Andrew J" userId="e2c7091a-4529-410b-8188-b1bfa8d6e467" providerId="ADAL" clId="{7BAD712C-8857-466A-ACE2-137E4D48EF03}" dt="2023-12-12T00:42:32.141" v="11465" actId="1076"/>
          <ac:picMkLst>
            <pc:docMk/>
            <pc:sldMk cId="1225932731" sldId="2145706863"/>
            <ac:picMk id="6" creationId="{D6234D6A-B4C4-CD97-6E40-1D96FB72DBE6}"/>
          </ac:picMkLst>
        </pc:picChg>
        <pc:picChg chg="add mod">
          <ac:chgData name="Fiore-Gartland, Andrew J" userId="e2c7091a-4529-410b-8188-b1bfa8d6e467" providerId="ADAL" clId="{7BAD712C-8857-466A-ACE2-137E4D48EF03}" dt="2023-12-12T00:42:29.646" v="11464" actId="1076"/>
          <ac:picMkLst>
            <pc:docMk/>
            <pc:sldMk cId="1225932731" sldId="2145706863"/>
            <ac:picMk id="7" creationId="{FA7F0BC7-0106-9213-D5DE-9FA16165D8F7}"/>
          </ac:picMkLst>
        </pc:picChg>
        <pc:picChg chg="del">
          <ac:chgData name="Fiore-Gartland, Andrew J" userId="e2c7091a-4529-410b-8188-b1bfa8d6e467" providerId="ADAL" clId="{7BAD712C-8857-466A-ACE2-137E4D48EF03}" dt="2023-12-08T00:34:57.406" v="6798" actId="478"/>
          <ac:picMkLst>
            <pc:docMk/>
            <pc:sldMk cId="1225932731" sldId="2145706863"/>
            <ac:picMk id="8" creationId="{B8EE2898-5A78-4D37-1C5F-148FB5B2C691}"/>
          </ac:picMkLst>
        </pc:picChg>
      </pc:sldChg>
      <pc:sldChg chg="addSp delSp modSp add del mod">
        <pc:chgData name="Fiore-Gartland, Andrew J" userId="e2c7091a-4529-410b-8188-b1bfa8d6e467" providerId="ADAL" clId="{7BAD712C-8857-466A-ACE2-137E4D48EF03}" dt="2023-12-11T17:57:08.696" v="7860" actId="47"/>
        <pc:sldMkLst>
          <pc:docMk/>
          <pc:sldMk cId="66883782" sldId="2145706864"/>
        </pc:sldMkLst>
        <pc:spChg chg="del mod">
          <ac:chgData name="Fiore-Gartland, Andrew J" userId="e2c7091a-4529-410b-8188-b1bfa8d6e467" providerId="ADAL" clId="{7BAD712C-8857-466A-ACE2-137E4D48EF03}" dt="2023-12-11T17:50:11.939" v="7671" actId="478"/>
          <ac:spMkLst>
            <pc:docMk/>
            <pc:sldMk cId="66883782" sldId="2145706864"/>
            <ac:spMk id="4" creationId="{8A5B1908-5A22-9937-4236-7133897B0BD4}"/>
          </ac:spMkLst>
        </pc:spChg>
        <pc:spChg chg="mod">
          <ac:chgData name="Fiore-Gartland, Andrew J" userId="e2c7091a-4529-410b-8188-b1bfa8d6e467" providerId="ADAL" clId="{7BAD712C-8857-466A-ACE2-137E4D48EF03}" dt="2023-12-11T17:42:52.011" v="7313" actId="20577"/>
          <ac:spMkLst>
            <pc:docMk/>
            <pc:sldMk cId="66883782" sldId="2145706864"/>
            <ac:spMk id="13" creationId="{4F5C09B4-32D2-46D9-B082-32537DF56D26}"/>
          </ac:spMkLst>
        </pc:spChg>
        <pc:graphicFrameChg chg="add mod modGraphic">
          <ac:chgData name="Fiore-Gartland, Andrew J" userId="e2c7091a-4529-410b-8188-b1bfa8d6e467" providerId="ADAL" clId="{7BAD712C-8857-466A-ACE2-137E4D48EF03}" dt="2023-12-11T17:51:24.460" v="7683"/>
          <ac:graphicFrameMkLst>
            <pc:docMk/>
            <pc:sldMk cId="66883782" sldId="2145706864"/>
            <ac:graphicFrameMk id="3" creationId="{40581D7A-10DE-1BAF-BF9B-4AF2293950CC}"/>
          </ac:graphicFrameMkLst>
        </pc:graphicFrameChg>
        <pc:picChg chg="del">
          <ac:chgData name="Fiore-Gartland, Andrew J" userId="e2c7091a-4529-410b-8188-b1bfa8d6e467" providerId="ADAL" clId="{7BAD712C-8857-466A-ACE2-137E4D48EF03}" dt="2023-12-11T17:44:50.569" v="7375" actId="478"/>
          <ac:picMkLst>
            <pc:docMk/>
            <pc:sldMk cId="66883782" sldId="2145706864"/>
            <ac:picMk id="2" creationId="{FFC8A093-E907-3D75-922A-A40AA080B6FB}"/>
          </ac:picMkLst>
        </pc:picChg>
        <pc:picChg chg="del">
          <ac:chgData name="Fiore-Gartland, Andrew J" userId="e2c7091a-4529-410b-8188-b1bfa8d6e467" providerId="ADAL" clId="{7BAD712C-8857-466A-ACE2-137E4D48EF03}" dt="2023-12-11T17:44:50.569" v="7375" actId="478"/>
          <ac:picMkLst>
            <pc:docMk/>
            <pc:sldMk cId="66883782" sldId="2145706864"/>
            <ac:picMk id="1026" creationId="{FA1ABF3A-9286-4672-59FA-603FB10152CD}"/>
          </ac:picMkLst>
        </pc:picChg>
        <pc:picChg chg="del">
          <ac:chgData name="Fiore-Gartland, Andrew J" userId="e2c7091a-4529-410b-8188-b1bfa8d6e467" providerId="ADAL" clId="{7BAD712C-8857-466A-ACE2-137E4D48EF03}" dt="2023-12-11T17:44:50.569" v="7375" actId="478"/>
          <ac:picMkLst>
            <pc:docMk/>
            <pc:sldMk cId="66883782" sldId="2145706864"/>
            <ac:picMk id="1027" creationId="{FF3D7CF8-99E1-595F-05FD-A2607FA422E7}"/>
          </ac:picMkLst>
        </pc:picChg>
        <pc:picChg chg="del">
          <ac:chgData name="Fiore-Gartland, Andrew J" userId="e2c7091a-4529-410b-8188-b1bfa8d6e467" providerId="ADAL" clId="{7BAD712C-8857-466A-ACE2-137E4D48EF03}" dt="2023-12-11T17:44:50.569" v="7375" actId="478"/>
          <ac:picMkLst>
            <pc:docMk/>
            <pc:sldMk cId="66883782" sldId="2145706864"/>
            <ac:picMk id="1029" creationId="{326F8D44-84FC-340C-DA29-0B23F80D1EF3}"/>
          </ac:picMkLst>
        </pc:picChg>
      </pc:sldChg>
      <pc:sldChg chg="addSp delSp modSp add mod">
        <pc:chgData name="Fiore-Gartland, Andrew J" userId="e2c7091a-4529-410b-8188-b1bfa8d6e467" providerId="ADAL" clId="{7BAD712C-8857-466A-ACE2-137E4D48EF03}" dt="2023-12-11T18:35:03.167" v="8740" actId="114"/>
        <pc:sldMkLst>
          <pc:docMk/>
          <pc:sldMk cId="2172750039" sldId="2145706865"/>
        </pc:sldMkLst>
        <pc:spChg chg="add mod">
          <ac:chgData name="Fiore-Gartland, Andrew J" userId="e2c7091a-4529-410b-8188-b1bfa8d6e467" providerId="ADAL" clId="{7BAD712C-8857-466A-ACE2-137E4D48EF03}" dt="2023-12-11T18:35:03.167" v="8740" actId="114"/>
          <ac:spMkLst>
            <pc:docMk/>
            <pc:sldMk cId="2172750039" sldId="2145706865"/>
            <ac:spMk id="2" creationId="{E9F6DE17-E2BF-0E68-D072-8791BCC65834}"/>
          </ac:spMkLst>
        </pc:spChg>
        <pc:spChg chg="mod">
          <ac:chgData name="Fiore-Gartland, Andrew J" userId="e2c7091a-4529-410b-8188-b1bfa8d6e467" providerId="ADAL" clId="{7BAD712C-8857-466A-ACE2-137E4D48EF03}" dt="2023-12-11T17:53:33.491" v="7747" actId="20577"/>
          <ac:spMkLst>
            <pc:docMk/>
            <pc:sldMk cId="2172750039" sldId="2145706865"/>
            <ac:spMk id="13" creationId="{4F5C09B4-32D2-46D9-B082-32537DF56D26}"/>
          </ac:spMkLst>
        </pc:spChg>
        <pc:graphicFrameChg chg="del">
          <ac:chgData name="Fiore-Gartland, Andrew J" userId="e2c7091a-4529-410b-8188-b1bfa8d6e467" providerId="ADAL" clId="{7BAD712C-8857-466A-ACE2-137E4D48EF03}" dt="2023-12-11T17:51:47.306" v="7685" actId="478"/>
          <ac:graphicFrameMkLst>
            <pc:docMk/>
            <pc:sldMk cId="2172750039" sldId="2145706865"/>
            <ac:graphicFrameMk id="3" creationId="{40581D7A-10DE-1BAF-BF9B-4AF2293950CC}"/>
          </ac:graphicFrameMkLst>
        </pc:graphicFrameChg>
        <pc:graphicFrameChg chg="add mod modGraphic">
          <ac:chgData name="Fiore-Gartland, Andrew J" userId="e2c7091a-4529-410b-8188-b1bfa8d6e467" providerId="ADAL" clId="{7BAD712C-8857-466A-ACE2-137E4D48EF03}" dt="2023-12-11T17:55:58.088" v="7803" actId="20577"/>
          <ac:graphicFrameMkLst>
            <pc:docMk/>
            <pc:sldMk cId="2172750039" sldId="2145706865"/>
            <ac:graphicFrameMk id="4" creationId="{22AD5EA2-AAB1-A568-8474-F0849AC4BF62}"/>
          </ac:graphicFrameMkLst>
        </pc:graphicFrameChg>
      </pc:sldChg>
      <pc:sldChg chg="addSp delSp modSp add mod modNotesTx">
        <pc:chgData name="Fiore-Gartland, Andrew J" userId="e2c7091a-4529-410b-8188-b1bfa8d6e467" providerId="ADAL" clId="{7BAD712C-8857-466A-ACE2-137E4D48EF03}" dt="2023-12-11T18:43:04.504" v="8869" actId="1076"/>
        <pc:sldMkLst>
          <pc:docMk/>
          <pc:sldMk cId="2879647236" sldId="2145706866"/>
        </pc:sldMkLst>
        <pc:spChg chg="del mod">
          <ac:chgData name="Fiore-Gartland, Andrew J" userId="e2c7091a-4529-410b-8188-b1bfa8d6e467" providerId="ADAL" clId="{7BAD712C-8857-466A-ACE2-137E4D48EF03}" dt="2023-12-11T18:26:41.643" v="8618" actId="478"/>
          <ac:spMkLst>
            <pc:docMk/>
            <pc:sldMk cId="2879647236" sldId="2145706866"/>
            <ac:spMk id="2" creationId="{E9F6DE17-E2BF-0E68-D072-8791BCC65834}"/>
          </ac:spMkLst>
        </pc:spChg>
        <pc:spChg chg="del mod">
          <ac:chgData name="Fiore-Gartland, Andrew J" userId="e2c7091a-4529-410b-8188-b1bfa8d6e467" providerId="ADAL" clId="{7BAD712C-8857-466A-ACE2-137E4D48EF03}" dt="2023-12-11T18:28:12.037" v="8629" actId="478"/>
          <ac:spMkLst>
            <pc:docMk/>
            <pc:sldMk cId="2879647236" sldId="2145706866"/>
            <ac:spMk id="13" creationId="{4F5C09B4-32D2-46D9-B082-32537DF56D26}"/>
          </ac:spMkLst>
        </pc:spChg>
        <pc:spChg chg="add del mod">
          <ac:chgData name="Fiore-Gartland, Andrew J" userId="e2c7091a-4529-410b-8188-b1bfa8d6e467" providerId="ADAL" clId="{7BAD712C-8857-466A-ACE2-137E4D48EF03}" dt="2023-12-11T18:29:13.600" v="8647"/>
          <ac:spMkLst>
            <pc:docMk/>
            <pc:sldMk cId="2879647236" sldId="2145706866"/>
            <ac:spMk id="19" creationId="{A7BBDBED-43D5-0B2C-FF1D-3761E88DEDB9}"/>
          </ac:spMkLst>
        </pc:spChg>
        <pc:spChg chg="add mod">
          <ac:chgData name="Fiore-Gartland, Andrew J" userId="e2c7091a-4529-410b-8188-b1bfa8d6e467" providerId="ADAL" clId="{7BAD712C-8857-466A-ACE2-137E4D48EF03}" dt="2023-12-11T18:33:10.567" v="8713" actId="1076"/>
          <ac:spMkLst>
            <pc:docMk/>
            <pc:sldMk cId="2879647236" sldId="2145706866"/>
            <ac:spMk id="21" creationId="{CBE09E4E-04D1-FD57-8709-FEAD99415007}"/>
          </ac:spMkLst>
        </pc:spChg>
        <pc:spChg chg="add mod">
          <ac:chgData name="Fiore-Gartland, Andrew J" userId="e2c7091a-4529-410b-8188-b1bfa8d6e467" providerId="ADAL" clId="{7BAD712C-8857-466A-ACE2-137E4D48EF03}" dt="2023-12-11T18:32:19.652" v="8698" actId="255"/>
          <ac:spMkLst>
            <pc:docMk/>
            <pc:sldMk cId="2879647236" sldId="2145706866"/>
            <ac:spMk id="23" creationId="{1262FCE6-21D6-64F9-F401-2319DD77A35F}"/>
          </ac:spMkLst>
        </pc:spChg>
        <pc:spChg chg="add mod">
          <ac:chgData name="Fiore-Gartland, Andrew J" userId="e2c7091a-4529-410b-8188-b1bfa8d6e467" providerId="ADAL" clId="{7BAD712C-8857-466A-ACE2-137E4D48EF03}" dt="2023-12-11T18:32:19.652" v="8698" actId="255"/>
          <ac:spMkLst>
            <pc:docMk/>
            <pc:sldMk cId="2879647236" sldId="2145706866"/>
            <ac:spMk id="27" creationId="{A5119C96-8411-EBAC-97F1-845F0B180202}"/>
          </ac:spMkLst>
        </pc:spChg>
        <pc:spChg chg="add mod">
          <ac:chgData name="Fiore-Gartland, Andrew J" userId="e2c7091a-4529-410b-8188-b1bfa8d6e467" providerId="ADAL" clId="{7BAD712C-8857-466A-ACE2-137E4D48EF03}" dt="2023-12-11T18:32:59.752" v="8711" actId="1076"/>
          <ac:spMkLst>
            <pc:docMk/>
            <pc:sldMk cId="2879647236" sldId="2145706866"/>
            <ac:spMk id="29" creationId="{FE7FBE72-075E-6465-0144-1487A6F00B4D}"/>
          </ac:spMkLst>
        </pc:spChg>
        <pc:spChg chg="add mod">
          <ac:chgData name="Fiore-Gartland, Andrew J" userId="e2c7091a-4529-410b-8188-b1bfa8d6e467" providerId="ADAL" clId="{7BAD712C-8857-466A-ACE2-137E4D48EF03}" dt="2023-12-11T18:32:53.401" v="8708" actId="1076"/>
          <ac:spMkLst>
            <pc:docMk/>
            <pc:sldMk cId="2879647236" sldId="2145706866"/>
            <ac:spMk id="31" creationId="{5A08C5B1-48FC-CF4A-1580-615CF891932C}"/>
          </ac:spMkLst>
        </pc:spChg>
        <pc:graphicFrameChg chg="del">
          <ac:chgData name="Fiore-Gartland, Andrew J" userId="e2c7091a-4529-410b-8188-b1bfa8d6e467" providerId="ADAL" clId="{7BAD712C-8857-466A-ACE2-137E4D48EF03}" dt="2023-12-11T18:06:47.116" v="8562" actId="478"/>
          <ac:graphicFrameMkLst>
            <pc:docMk/>
            <pc:sldMk cId="2879647236" sldId="2145706866"/>
            <ac:graphicFrameMk id="4" creationId="{22AD5EA2-AAB1-A568-8474-F0849AC4BF62}"/>
          </ac:graphicFrameMkLst>
        </pc:graphicFrameChg>
        <pc:picChg chg="add mod">
          <ac:chgData name="Fiore-Gartland, Andrew J" userId="e2c7091a-4529-410b-8188-b1bfa8d6e467" providerId="ADAL" clId="{7BAD712C-8857-466A-ACE2-137E4D48EF03}" dt="2023-12-11T18:13:03.783" v="8607" actId="1076"/>
          <ac:picMkLst>
            <pc:docMk/>
            <pc:sldMk cId="2879647236" sldId="2145706866"/>
            <ac:picMk id="5" creationId="{3BE9D16A-EDA6-AA56-65B3-0CB74D2D087D}"/>
          </ac:picMkLst>
        </pc:picChg>
        <pc:picChg chg="add mod">
          <ac:chgData name="Fiore-Gartland, Andrew J" userId="e2c7091a-4529-410b-8188-b1bfa8d6e467" providerId="ADAL" clId="{7BAD712C-8857-466A-ACE2-137E4D48EF03}" dt="2023-12-11T18:29:26.191" v="8651" actId="1076"/>
          <ac:picMkLst>
            <pc:docMk/>
            <pc:sldMk cId="2879647236" sldId="2145706866"/>
            <ac:picMk id="7" creationId="{BCACE7A2-CB4B-DA41-00E6-68CC0E849A7A}"/>
          </ac:picMkLst>
        </pc:picChg>
        <pc:picChg chg="add mod">
          <ac:chgData name="Fiore-Gartland, Andrew J" userId="e2c7091a-4529-410b-8188-b1bfa8d6e467" providerId="ADAL" clId="{7BAD712C-8857-466A-ACE2-137E4D48EF03}" dt="2023-12-11T18:32:59.752" v="8711" actId="1076"/>
          <ac:picMkLst>
            <pc:docMk/>
            <pc:sldMk cId="2879647236" sldId="2145706866"/>
            <ac:picMk id="9" creationId="{91DB934B-A024-F9FC-2D41-BA2DAEBF3641}"/>
          </ac:picMkLst>
        </pc:picChg>
        <pc:picChg chg="add mod">
          <ac:chgData name="Fiore-Gartland, Andrew J" userId="e2c7091a-4529-410b-8188-b1bfa8d6e467" providerId="ADAL" clId="{7BAD712C-8857-466A-ACE2-137E4D48EF03}" dt="2023-12-11T18:13:00.720" v="8605" actId="1076"/>
          <ac:picMkLst>
            <pc:docMk/>
            <pc:sldMk cId="2879647236" sldId="2145706866"/>
            <ac:picMk id="11" creationId="{D1A0DD38-7BB1-E675-559A-50FBDA6604E0}"/>
          </ac:picMkLst>
        </pc:picChg>
        <pc:picChg chg="add mod">
          <ac:chgData name="Fiore-Gartland, Andrew J" userId="e2c7091a-4529-410b-8188-b1bfa8d6e467" providerId="ADAL" clId="{7BAD712C-8857-466A-ACE2-137E4D48EF03}" dt="2023-12-11T18:12:56.001" v="8604" actId="1076"/>
          <ac:picMkLst>
            <pc:docMk/>
            <pc:sldMk cId="2879647236" sldId="2145706866"/>
            <ac:picMk id="14" creationId="{622D3881-47BA-0B20-D8B8-1D7D85BC03D8}"/>
          </ac:picMkLst>
        </pc:picChg>
        <pc:picChg chg="add mod">
          <ac:chgData name="Fiore-Gartland, Andrew J" userId="e2c7091a-4529-410b-8188-b1bfa8d6e467" providerId="ADAL" clId="{7BAD712C-8857-466A-ACE2-137E4D48EF03}" dt="2023-12-11T18:29:26.191" v="8651" actId="1076"/>
          <ac:picMkLst>
            <pc:docMk/>
            <pc:sldMk cId="2879647236" sldId="2145706866"/>
            <ac:picMk id="16" creationId="{10A2C062-4B0D-4575-9EDF-D2F6F1740AD5}"/>
          </ac:picMkLst>
        </pc:picChg>
        <pc:picChg chg="add mod">
          <ac:chgData name="Fiore-Gartland, Andrew J" userId="e2c7091a-4529-410b-8188-b1bfa8d6e467" providerId="ADAL" clId="{7BAD712C-8857-466A-ACE2-137E4D48EF03}" dt="2023-12-11T18:43:04.504" v="8869" actId="1076"/>
          <ac:picMkLst>
            <pc:docMk/>
            <pc:sldMk cId="2879647236" sldId="2145706866"/>
            <ac:picMk id="18" creationId="{EDFFAAD3-9F07-BD4E-FAA0-EA4E896721AD}"/>
          </ac:picMkLst>
        </pc:picChg>
        <pc:picChg chg="add mod">
          <ac:chgData name="Fiore-Gartland, Andrew J" userId="e2c7091a-4529-410b-8188-b1bfa8d6e467" providerId="ADAL" clId="{7BAD712C-8857-466A-ACE2-137E4D48EF03}" dt="2023-12-11T18:33:10.567" v="8713" actId="1076"/>
          <ac:picMkLst>
            <pc:docMk/>
            <pc:sldMk cId="2879647236" sldId="2145706866"/>
            <ac:picMk id="25" creationId="{F58FBCB7-BD2A-4B91-B930-7D6CDB1EF718}"/>
          </ac:picMkLst>
        </pc:picChg>
        <pc:picChg chg="add mod">
          <ac:chgData name="Fiore-Gartland, Andrew J" userId="e2c7091a-4529-410b-8188-b1bfa8d6e467" providerId="ADAL" clId="{7BAD712C-8857-466A-ACE2-137E4D48EF03}" dt="2023-12-11T18:31:38.819" v="8690" actId="1076"/>
          <ac:picMkLst>
            <pc:docMk/>
            <pc:sldMk cId="2879647236" sldId="2145706866"/>
            <ac:picMk id="1026" creationId="{1BF4720D-C487-167B-9606-0C73A91EEC86}"/>
          </ac:picMkLst>
        </pc:picChg>
        <pc:picChg chg="add mod">
          <ac:chgData name="Fiore-Gartland, Andrew J" userId="e2c7091a-4529-410b-8188-b1bfa8d6e467" providerId="ADAL" clId="{7BAD712C-8857-466A-ACE2-137E4D48EF03}" dt="2023-12-11T18:29:26.191" v="8651" actId="1076"/>
          <ac:picMkLst>
            <pc:docMk/>
            <pc:sldMk cId="2879647236" sldId="2145706866"/>
            <ac:picMk id="1028" creationId="{B1407D16-4143-5634-D27A-07A06D8F0626}"/>
          </ac:picMkLst>
        </pc:picChg>
      </pc:sldChg>
      <pc:sldChg chg="add del">
        <pc:chgData name="Fiore-Gartland, Andrew J" userId="e2c7091a-4529-410b-8188-b1bfa8d6e467" providerId="ADAL" clId="{7BAD712C-8857-466A-ACE2-137E4D48EF03}" dt="2023-12-11T20:50:46.236" v="8871" actId="47"/>
        <pc:sldMkLst>
          <pc:docMk/>
          <pc:sldMk cId="1147655942" sldId="2145706867"/>
        </pc:sldMkLst>
      </pc:sldChg>
      <pc:sldChg chg="addSp delSp modSp add mod ord">
        <pc:chgData name="Fiore-Gartland, Andrew J" userId="e2c7091a-4529-410b-8188-b1bfa8d6e467" providerId="ADAL" clId="{7BAD712C-8857-466A-ACE2-137E4D48EF03}" dt="2023-12-11T23:12:17.614" v="10160"/>
        <pc:sldMkLst>
          <pc:docMk/>
          <pc:sldMk cId="3569955526" sldId="2145706867"/>
        </pc:sldMkLst>
        <pc:spChg chg="mod">
          <ac:chgData name="Fiore-Gartland, Andrew J" userId="e2c7091a-4529-410b-8188-b1bfa8d6e467" providerId="ADAL" clId="{7BAD712C-8857-466A-ACE2-137E4D48EF03}" dt="2023-12-11T22:59:26.375" v="10156" actId="403"/>
          <ac:spMkLst>
            <pc:docMk/>
            <pc:sldMk cId="3569955526" sldId="2145706867"/>
            <ac:spMk id="4" creationId="{491BFC1C-325A-D92A-0FD4-9371AEA3D06F}"/>
          </ac:spMkLst>
        </pc:spChg>
        <pc:spChg chg="add del mod">
          <ac:chgData name="Fiore-Gartland, Andrew J" userId="e2c7091a-4529-410b-8188-b1bfa8d6e467" providerId="ADAL" clId="{7BAD712C-8857-466A-ACE2-137E4D48EF03}" dt="2023-12-11T22:54:57.733" v="9593" actId="478"/>
          <ac:spMkLst>
            <pc:docMk/>
            <pc:sldMk cId="3569955526" sldId="2145706867"/>
            <ac:spMk id="6" creationId="{E75234CD-51E5-337E-3358-61C0EA8352ED}"/>
          </ac:spMkLst>
        </pc:spChg>
        <pc:spChg chg="add mod">
          <ac:chgData name="Fiore-Gartland, Andrew J" userId="e2c7091a-4529-410b-8188-b1bfa8d6e467" providerId="ADAL" clId="{7BAD712C-8857-466A-ACE2-137E4D48EF03}" dt="2023-12-11T22:55:00.605" v="9594" actId="1076"/>
          <ac:spMkLst>
            <pc:docMk/>
            <pc:sldMk cId="3569955526" sldId="2145706867"/>
            <ac:spMk id="8" creationId="{C9B54F9D-C4CD-9BFA-EAA4-C361303CA69E}"/>
          </ac:spMkLst>
        </pc:spChg>
        <pc:spChg chg="add mod">
          <ac:chgData name="Fiore-Gartland, Andrew J" userId="e2c7091a-4529-410b-8188-b1bfa8d6e467" providerId="ADAL" clId="{7BAD712C-8857-466A-ACE2-137E4D48EF03}" dt="2023-12-11T22:55:09.810" v="9597" actId="1076"/>
          <ac:spMkLst>
            <pc:docMk/>
            <pc:sldMk cId="3569955526" sldId="2145706867"/>
            <ac:spMk id="9" creationId="{75D233F2-DB4B-5A93-3422-045CE9DEDD69}"/>
          </ac:spMkLst>
        </pc:spChg>
        <pc:spChg chg="mod">
          <ac:chgData name="Fiore-Gartland, Andrew J" userId="e2c7091a-4529-410b-8188-b1bfa8d6e467" providerId="ADAL" clId="{7BAD712C-8857-466A-ACE2-137E4D48EF03}" dt="2023-12-11T20:51:37.008" v="8953" actId="6549"/>
          <ac:spMkLst>
            <pc:docMk/>
            <pc:sldMk cId="3569955526" sldId="2145706867"/>
            <ac:spMk id="13" creationId="{4F5C09B4-32D2-46D9-B082-32537DF56D26}"/>
          </ac:spMkLst>
        </pc:spChg>
        <pc:graphicFrameChg chg="del">
          <ac:chgData name="Fiore-Gartland, Andrew J" userId="e2c7091a-4529-410b-8188-b1bfa8d6e467" providerId="ADAL" clId="{7BAD712C-8857-466A-ACE2-137E4D48EF03}" dt="2023-12-11T20:50:54.259" v="8873" actId="478"/>
          <ac:graphicFrameMkLst>
            <pc:docMk/>
            <pc:sldMk cId="3569955526" sldId="2145706867"/>
            <ac:graphicFrameMk id="2" creationId="{3511FD9A-6C80-05C0-2944-61F43E4AA7BF}"/>
          </ac:graphicFrameMkLst>
        </pc:graphicFrameChg>
        <pc:picChg chg="add del mod">
          <ac:chgData name="Fiore-Gartland, Andrew J" userId="e2c7091a-4529-410b-8188-b1bfa8d6e467" providerId="ADAL" clId="{7BAD712C-8857-466A-ACE2-137E4D48EF03}" dt="2023-12-11T21:02:00.744" v="9427" actId="478"/>
          <ac:picMkLst>
            <pc:docMk/>
            <pc:sldMk cId="3569955526" sldId="2145706867"/>
            <ac:picMk id="3" creationId="{225CB5B1-0B2F-424F-5D90-6F523C6586DC}"/>
          </ac:picMkLst>
        </pc:picChg>
        <pc:picChg chg="add mod">
          <ac:chgData name="Fiore-Gartland, Andrew J" userId="e2c7091a-4529-410b-8188-b1bfa8d6e467" providerId="ADAL" clId="{7BAD712C-8857-466A-ACE2-137E4D48EF03}" dt="2023-12-11T22:23:07.801" v="9436" actId="14100"/>
          <ac:picMkLst>
            <pc:docMk/>
            <pc:sldMk cId="3569955526" sldId="2145706867"/>
            <ac:picMk id="5" creationId="{8119E2B9-AD78-3ED6-D9ED-429B3A2B8DA6}"/>
          </ac:picMkLst>
        </pc:picChg>
        <pc:picChg chg="add mod">
          <ac:chgData name="Fiore-Gartland, Andrew J" userId="e2c7091a-4529-410b-8188-b1bfa8d6e467" providerId="ADAL" clId="{7BAD712C-8857-466A-ACE2-137E4D48EF03}" dt="2023-12-11T22:55:12.168" v="9598" actId="1076"/>
          <ac:picMkLst>
            <pc:docMk/>
            <pc:sldMk cId="3569955526" sldId="2145706867"/>
            <ac:picMk id="7" creationId="{7BDD5F9F-E6FF-ADA4-7EF4-FFDD94FC0AC8}"/>
          </ac:picMkLst>
        </pc:picChg>
        <pc:picChg chg="add mod">
          <ac:chgData name="Fiore-Gartland, Andrew J" userId="e2c7091a-4529-410b-8188-b1bfa8d6e467" providerId="ADAL" clId="{7BAD712C-8857-466A-ACE2-137E4D48EF03}" dt="2023-12-11T22:59:33.970" v="10158" actId="1076"/>
          <ac:picMkLst>
            <pc:docMk/>
            <pc:sldMk cId="3569955526" sldId="2145706867"/>
            <ac:picMk id="1026" creationId="{F809377E-F7E9-59BD-3D38-858DC1C25006}"/>
          </ac:picMkLst>
        </pc:picChg>
      </pc:sldChg>
      <pc:sldChg chg="addSp delSp modSp add mod">
        <pc:chgData name="Fiore-Gartland, Andrew J" userId="e2c7091a-4529-410b-8188-b1bfa8d6e467" providerId="ADAL" clId="{7BAD712C-8857-466A-ACE2-137E4D48EF03}" dt="2023-12-12T22:50:55.099" v="12365" actId="20577"/>
        <pc:sldMkLst>
          <pc:docMk/>
          <pc:sldMk cId="3432990895" sldId="2145706868"/>
        </pc:sldMkLst>
        <pc:spChg chg="del">
          <ac:chgData name="Fiore-Gartland, Andrew J" userId="e2c7091a-4529-410b-8188-b1bfa8d6e467" providerId="ADAL" clId="{7BAD712C-8857-466A-ACE2-137E4D48EF03}" dt="2023-12-12T22:46:32.143" v="12086" actId="478"/>
          <ac:spMkLst>
            <pc:docMk/>
            <pc:sldMk cId="3432990895" sldId="2145706868"/>
            <ac:spMk id="2" creationId="{00000000-0000-0000-0000-000000000000}"/>
          </ac:spMkLst>
        </pc:spChg>
        <pc:spChg chg="del">
          <ac:chgData name="Fiore-Gartland, Andrew J" userId="e2c7091a-4529-410b-8188-b1bfa8d6e467" providerId="ADAL" clId="{7BAD712C-8857-466A-ACE2-137E4D48EF03}" dt="2023-12-12T22:46:37.420" v="12088" actId="478"/>
          <ac:spMkLst>
            <pc:docMk/>
            <pc:sldMk cId="3432990895" sldId="2145706868"/>
            <ac:spMk id="5" creationId="{0E6209D7-9F50-4092-91E4-3AAE3E290181}"/>
          </ac:spMkLst>
        </pc:spChg>
        <pc:spChg chg="add del mod">
          <ac:chgData name="Fiore-Gartland, Andrew J" userId="e2c7091a-4529-410b-8188-b1bfa8d6e467" providerId="ADAL" clId="{7BAD712C-8857-466A-ACE2-137E4D48EF03}" dt="2023-12-12T22:46:34.565" v="12087" actId="478"/>
          <ac:spMkLst>
            <pc:docMk/>
            <pc:sldMk cId="3432990895" sldId="2145706868"/>
            <ac:spMk id="9" creationId="{A76FA56A-FACF-98A9-E5EB-876126DD3812}"/>
          </ac:spMkLst>
        </pc:spChg>
        <pc:spChg chg="add mod">
          <ac:chgData name="Fiore-Gartland, Andrew J" userId="e2c7091a-4529-410b-8188-b1bfa8d6e467" providerId="ADAL" clId="{7BAD712C-8857-466A-ACE2-137E4D48EF03}" dt="2023-12-12T22:48:20.970" v="12171" actId="14100"/>
          <ac:spMkLst>
            <pc:docMk/>
            <pc:sldMk cId="3432990895" sldId="2145706868"/>
            <ac:spMk id="12" creationId="{B8A63881-D257-CB14-93CF-30BF389E659D}"/>
          </ac:spMkLst>
        </pc:spChg>
        <pc:spChg chg="add mod">
          <ac:chgData name="Fiore-Gartland, Andrew J" userId="e2c7091a-4529-410b-8188-b1bfa8d6e467" providerId="ADAL" clId="{7BAD712C-8857-466A-ACE2-137E4D48EF03}" dt="2023-12-12T22:50:55.099" v="12365" actId="20577"/>
          <ac:spMkLst>
            <pc:docMk/>
            <pc:sldMk cId="3432990895" sldId="2145706868"/>
            <ac:spMk id="13" creationId="{45477611-8471-9B65-5204-76C97905B1E0}"/>
          </ac:spMkLst>
        </pc:spChg>
        <pc:picChg chg="add mod">
          <ac:chgData name="Fiore-Gartland, Andrew J" userId="e2c7091a-4529-410b-8188-b1bfa8d6e467" providerId="ADAL" clId="{7BAD712C-8857-466A-ACE2-137E4D48EF03}" dt="2023-12-12T22:48:37.586" v="12175" actId="14100"/>
          <ac:picMkLst>
            <pc:docMk/>
            <pc:sldMk cId="3432990895" sldId="2145706868"/>
            <ac:picMk id="4" creationId="{41074228-6FFC-3979-1C9E-485BC187806E}"/>
          </ac:picMkLst>
        </pc:picChg>
        <pc:picChg chg="add del mod">
          <ac:chgData name="Fiore-Gartland, Andrew J" userId="e2c7091a-4529-410b-8188-b1bfa8d6e467" providerId="ADAL" clId="{7BAD712C-8857-466A-ACE2-137E4D48EF03}" dt="2023-12-12T22:48:33.878" v="12174" actId="478"/>
          <ac:picMkLst>
            <pc:docMk/>
            <pc:sldMk cId="3432990895" sldId="2145706868"/>
            <ac:picMk id="11" creationId="{C42F35BA-EAA8-21DE-45E8-88ADD63B38DE}"/>
          </ac:picMkLst>
        </pc:picChg>
      </pc:sldChg>
      <pc:sldChg chg="delSp add del mod">
        <pc:chgData name="Fiore-Gartland, Andrew J" userId="e2c7091a-4529-410b-8188-b1bfa8d6e467" providerId="ADAL" clId="{7BAD712C-8857-466A-ACE2-137E4D48EF03}" dt="2023-12-12T22:51:02.756" v="12366" actId="47"/>
        <pc:sldMkLst>
          <pc:docMk/>
          <pc:sldMk cId="2854258679" sldId="2145706869"/>
        </pc:sldMkLst>
        <pc:picChg chg="del">
          <ac:chgData name="Fiore-Gartland, Andrew J" userId="e2c7091a-4529-410b-8188-b1bfa8d6e467" providerId="ADAL" clId="{7BAD712C-8857-466A-ACE2-137E4D48EF03}" dt="2023-12-12T22:48:30.703" v="12173" actId="478"/>
          <ac:picMkLst>
            <pc:docMk/>
            <pc:sldMk cId="2854258679" sldId="2145706869"/>
            <ac:picMk id="4" creationId="{41074228-6FFC-3979-1C9E-485BC187806E}"/>
          </ac:picMkLst>
        </pc:picChg>
      </pc:sldChg>
      <pc:sldChg chg="addSp delSp modSp add mod">
        <pc:chgData name="Fiore-Gartland, Andrew J" userId="e2c7091a-4529-410b-8188-b1bfa8d6e467" providerId="ADAL" clId="{7BAD712C-8857-466A-ACE2-137E4D48EF03}" dt="2023-12-12T23:05:29.314" v="12460" actId="1076"/>
        <pc:sldMkLst>
          <pc:docMk/>
          <pc:sldMk cId="3037812312" sldId="2145706869"/>
        </pc:sldMkLst>
        <pc:spChg chg="del">
          <ac:chgData name="Fiore-Gartland, Andrew J" userId="e2c7091a-4529-410b-8188-b1bfa8d6e467" providerId="ADAL" clId="{7BAD712C-8857-466A-ACE2-137E4D48EF03}" dt="2023-12-12T23:04:25.034" v="12369" actId="478"/>
          <ac:spMkLst>
            <pc:docMk/>
            <pc:sldMk cId="3037812312" sldId="2145706869"/>
            <ac:spMk id="2" creationId="{9C6A5B32-273B-85C0-AE78-E510315561B8}"/>
          </ac:spMkLst>
        </pc:spChg>
        <pc:spChg chg="del">
          <ac:chgData name="Fiore-Gartland, Andrew J" userId="e2c7091a-4529-410b-8188-b1bfa8d6e467" providerId="ADAL" clId="{7BAD712C-8857-466A-ACE2-137E4D48EF03}" dt="2023-12-12T23:04:25.034" v="12369" actId="478"/>
          <ac:spMkLst>
            <pc:docMk/>
            <pc:sldMk cId="3037812312" sldId="2145706869"/>
            <ac:spMk id="3" creationId="{84B6D918-6E0E-2A3E-699A-C0A570134B60}"/>
          </ac:spMkLst>
        </pc:spChg>
        <pc:spChg chg="del">
          <ac:chgData name="Fiore-Gartland, Andrew J" userId="e2c7091a-4529-410b-8188-b1bfa8d6e467" providerId="ADAL" clId="{7BAD712C-8857-466A-ACE2-137E4D48EF03}" dt="2023-12-12T23:04:25.034" v="12369" actId="478"/>
          <ac:spMkLst>
            <pc:docMk/>
            <pc:sldMk cId="3037812312" sldId="2145706869"/>
            <ac:spMk id="9" creationId="{FE5AC829-32A0-96DF-7C3E-8322F8A9C0CF}"/>
          </ac:spMkLst>
        </pc:spChg>
        <pc:spChg chg="add del mod">
          <ac:chgData name="Fiore-Gartland, Andrew J" userId="e2c7091a-4529-410b-8188-b1bfa8d6e467" providerId="ADAL" clId="{7BAD712C-8857-466A-ACE2-137E4D48EF03}" dt="2023-12-12T23:04:27.755" v="12370" actId="478"/>
          <ac:spMkLst>
            <pc:docMk/>
            <pc:sldMk cId="3037812312" sldId="2145706869"/>
            <ac:spMk id="10" creationId="{DD123264-A671-54DF-C79B-D71AE4429E15}"/>
          </ac:spMkLst>
        </pc:spChg>
        <pc:spChg chg="add del mod">
          <ac:chgData name="Fiore-Gartland, Andrew J" userId="e2c7091a-4529-410b-8188-b1bfa8d6e467" providerId="ADAL" clId="{7BAD712C-8857-466A-ACE2-137E4D48EF03}" dt="2023-12-12T23:04:29.747" v="12371" actId="478"/>
          <ac:spMkLst>
            <pc:docMk/>
            <pc:sldMk cId="3037812312" sldId="2145706869"/>
            <ac:spMk id="11" creationId="{B0BF81F5-7261-0545-6EDF-2A78F972E15F}"/>
          </ac:spMkLst>
        </pc:spChg>
        <pc:spChg chg="add mod">
          <ac:chgData name="Fiore-Gartland, Andrew J" userId="e2c7091a-4529-410b-8188-b1bfa8d6e467" providerId="ADAL" clId="{7BAD712C-8857-466A-ACE2-137E4D48EF03}" dt="2023-12-12T23:05:25.698" v="12459" actId="1076"/>
          <ac:spMkLst>
            <pc:docMk/>
            <pc:sldMk cId="3037812312" sldId="2145706869"/>
            <ac:spMk id="12" creationId="{BB70051B-9DCC-105F-FFE2-0FC21B1520AB}"/>
          </ac:spMkLst>
        </pc:spChg>
        <pc:picChg chg="del">
          <ac:chgData name="Fiore-Gartland, Andrew J" userId="e2c7091a-4529-410b-8188-b1bfa8d6e467" providerId="ADAL" clId="{7BAD712C-8857-466A-ACE2-137E4D48EF03}" dt="2023-12-12T23:04:25.034" v="12369" actId="478"/>
          <ac:picMkLst>
            <pc:docMk/>
            <pc:sldMk cId="3037812312" sldId="2145706869"/>
            <ac:picMk id="4" creationId="{EB2BAFA1-4C79-76C6-EC4D-3ED1957F1DA1}"/>
          </ac:picMkLst>
        </pc:picChg>
        <pc:picChg chg="del">
          <ac:chgData name="Fiore-Gartland, Andrew J" userId="e2c7091a-4529-410b-8188-b1bfa8d6e467" providerId="ADAL" clId="{7BAD712C-8857-466A-ACE2-137E4D48EF03}" dt="2023-12-12T23:04:25.034" v="12369" actId="478"/>
          <ac:picMkLst>
            <pc:docMk/>
            <pc:sldMk cId="3037812312" sldId="2145706869"/>
            <ac:picMk id="5" creationId="{7B1C0B33-8F13-7808-4EF6-5D50ECC0862C}"/>
          </ac:picMkLst>
        </pc:picChg>
        <pc:picChg chg="del">
          <ac:chgData name="Fiore-Gartland, Andrew J" userId="e2c7091a-4529-410b-8188-b1bfa8d6e467" providerId="ADAL" clId="{7BAD712C-8857-466A-ACE2-137E4D48EF03}" dt="2023-12-12T23:04:25.034" v="12369" actId="478"/>
          <ac:picMkLst>
            <pc:docMk/>
            <pc:sldMk cId="3037812312" sldId="2145706869"/>
            <ac:picMk id="6" creationId="{9CE16E0E-A06C-0D86-C447-5AE6D75B09F8}"/>
          </ac:picMkLst>
        </pc:picChg>
        <pc:picChg chg="del">
          <ac:chgData name="Fiore-Gartland, Andrew J" userId="e2c7091a-4529-410b-8188-b1bfa8d6e467" providerId="ADAL" clId="{7BAD712C-8857-466A-ACE2-137E4D48EF03}" dt="2023-12-12T23:04:25.034" v="12369" actId="478"/>
          <ac:picMkLst>
            <pc:docMk/>
            <pc:sldMk cId="3037812312" sldId="2145706869"/>
            <ac:picMk id="7" creationId="{F298ED64-714D-E573-C435-94719557788F}"/>
          </ac:picMkLst>
        </pc:picChg>
        <pc:picChg chg="mod">
          <ac:chgData name="Fiore-Gartland, Andrew J" userId="e2c7091a-4529-410b-8188-b1bfa8d6e467" providerId="ADAL" clId="{7BAD712C-8857-466A-ACE2-137E4D48EF03}" dt="2023-12-12T23:05:29.314" v="12460" actId="1076"/>
          <ac:picMkLst>
            <pc:docMk/>
            <pc:sldMk cId="3037812312" sldId="2145706869"/>
            <ac:picMk id="8" creationId="{0491F2B0-F11B-28FC-AF8F-27FFC74FE8CE}"/>
          </ac:picMkLst>
        </pc:picChg>
      </pc:sldChg>
      <pc:sldMasterChg chg="delSldLayout modSldLayout">
        <pc:chgData name="Fiore-Gartland, Andrew J" userId="e2c7091a-4529-410b-8188-b1bfa8d6e467" providerId="ADAL" clId="{7BAD712C-8857-466A-ACE2-137E4D48EF03}" dt="2023-12-07T17:42:57.669" v="14" actId="47"/>
        <pc:sldMasterMkLst>
          <pc:docMk/>
          <pc:sldMasterMk cId="659244128" sldId="2147483648"/>
        </pc:sldMasterMkLst>
        <pc:sldLayoutChg chg="del">
          <pc:chgData name="Fiore-Gartland, Andrew J" userId="e2c7091a-4529-410b-8188-b1bfa8d6e467" providerId="ADAL" clId="{7BAD712C-8857-466A-ACE2-137E4D48EF03}" dt="2023-12-07T17:40:09.400" v="1" actId="47"/>
          <pc:sldLayoutMkLst>
            <pc:docMk/>
            <pc:sldMasterMk cId="659244128" sldId="2147483648"/>
            <pc:sldLayoutMk cId="2664030575" sldId="2147483667"/>
          </pc:sldLayoutMkLst>
        </pc:sldLayoutChg>
        <pc:sldLayoutChg chg="del">
          <pc:chgData name="Fiore-Gartland, Andrew J" userId="e2c7091a-4529-410b-8188-b1bfa8d6e467" providerId="ADAL" clId="{7BAD712C-8857-466A-ACE2-137E4D48EF03}" dt="2023-12-07T17:42:57.669" v="14" actId="47"/>
          <pc:sldLayoutMkLst>
            <pc:docMk/>
            <pc:sldMasterMk cId="659244128" sldId="2147483648"/>
            <pc:sldLayoutMk cId="3356637404" sldId="2147483671"/>
          </pc:sldLayoutMkLst>
        </pc:sldLayoutChg>
        <pc:sldLayoutChg chg="del">
          <pc:chgData name="Fiore-Gartland, Andrew J" userId="e2c7091a-4529-410b-8188-b1bfa8d6e467" providerId="ADAL" clId="{7BAD712C-8857-466A-ACE2-137E4D48EF03}" dt="2023-12-07T17:42:57.669" v="14" actId="47"/>
          <pc:sldLayoutMkLst>
            <pc:docMk/>
            <pc:sldMasterMk cId="659244128" sldId="2147483648"/>
            <pc:sldLayoutMk cId="660751889" sldId="2147483673"/>
          </pc:sldLayoutMkLst>
        </pc:sldLayoutChg>
        <pc:sldLayoutChg chg="del">
          <pc:chgData name="Fiore-Gartland, Andrew J" userId="e2c7091a-4529-410b-8188-b1bfa8d6e467" providerId="ADAL" clId="{7BAD712C-8857-466A-ACE2-137E4D48EF03}" dt="2023-12-07T17:42:57.669" v="14" actId="47"/>
          <pc:sldLayoutMkLst>
            <pc:docMk/>
            <pc:sldMasterMk cId="659244128" sldId="2147483648"/>
            <pc:sldLayoutMk cId="3340833993" sldId="2147483674"/>
          </pc:sldLayoutMkLst>
        </pc:sldLayoutChg>
        <pc:sldLayoutChg chg="addSp delSp modSp mod">
          <pc:chgData name="Fiore-Gartland, Andrew J" userId="e2c7091a-4529-410b-8188-b1bfa8d6e467" providerId="ADAL" clId="{7BAD712C-8857-466A-ACE2-137E4D48EF03}" dt="2023-12-07T17:41:28.053" v="10" actId="478"/>
          <pc:sldLayoutMkLst>
            <pc:docMk/>
            <pc:sldMasterMk cId="659244128" sldId="2147483648"/>
            <pc:sldLayoutMk cId="1766937105" sldId="2147483675"/>
          </pc:sldLayoutMkLst>
          <pc:picChg chg="add del mod">
            <ac:chgData name="Fiore-Gartland, Andrew J" userId="e2c7091a-4529-410b-8188-b1bfa8d6e467" providerId="ADAL" clId="{7BAD712C-8857-466A-ACE2-137E4D48EF03}" dt="2023-12-07T17:41:26.078" v="9" actId="478"/>
            <ac:picMkLst>
              <pc:docMk/>
              <pc:sldMasterMk cId="659244128" sldId="2147483648"/>
              <pc:sldLayoutMk cId="1766937105" sldId="2147483675"/>
              <ac:picMk id="2" creationId="{5938FD0A-326F-4D0E-BFE6-F627CC390619}"/>
            </ac:picMkLst>
          </pc:picChg>
          <pc:picChg chg="del">
            <ac:chgData name="Fiore-Gartland, Andrew J" userId="e2c7091a-4529-410b-8188-b1bfa8d6e467" providerId="ADAL" clId="{7BAD712C-8857-466A-ACE2-137E4D48EF03}" dt="2023-12-07T17:41:08.690" v="5" actId="478"/>
            <ac:picMkLst>
              <pc:docMk/>
              <pc:sldMasterMk cId="659244128" sldId="2147483648"/>
              <pc:sldLayoutMk cId="1766937105" sldId="2147483675"/>
              <ac:picMk id="4" creationId="{7A71D2EB-80D9-93AD-6701-533006A9D09D}"/>
            </ac:picMkLst>
          </pc:picChg>
          <pc:picChg chg="del mod">
            <ac:chgData name="Fiore-Gartland, Andrew J" userId="e2c7091a-4529-410b-8188-b1bfa8d6e467" providerId="ADAL" clId="{7BAD712C-8857-466A-ACE2-137E4D48EF03}" dt="2023-12-07T17:41:28.053" v="10" actId="478"/>
            <ac:picMkLst>
              <pc:docMk/>
              <pc:sldMasterMk cId="659244128" sldId="2147483648"/>
              <pc:sldLayoutMk cId="1766937105" sldId="2147483675"/>
              <ac:picMk id="9" creationId="{7A8412F0-D25B-BB4B-8CAA-81E4E4509D0B}"/>
            </ac:picMkLst>
          </pc:picChg>
        </pc:sldLayoutChg>
      </pc:sldMasterChg>
    </pc:docChg>
  </pc:docChgLst>
  <pc:docChgLst>
    <pc:chgData name="Fiore-Gartland, Andrew J" userId="e2c7091a-4529-410b-8188-b1bfa8d6e467" providerId="ADAL" clId="{40C3A2FB-FF91-48B9-8480-93590B23BB65}"/>
    <pc:docChg chg="undo custSel addSld modSld">
      <pc:chgData name="Fiore-Gartland, Andrew J" userId="e2c7091a-4529-410b-8188-b1bfa8d6e467" providerId="ADAL" clId="{40C3A2FB-FF91-48B9-8480-93590B23BB65}" dt="2023-12-13T16:44:19.048" v="155" actId="20577"/>
      <pc:docMkLst>
        <pc:docMk/>
      </pc:docMkLst>
      <pc:sldChg chg="modSp mod">
        <pc:chgData name="Fiore-Gartland, Andrew J" userId="e2c7091a-4529-410b-8188-b1bfa8d6e467" providerId="ADAL" clId="{40C3A2FB-FF91-48B9-8480-93590B23BB65}" dt="2023-12-13T15:30:50.903" v="106" actId="20577"/>
        <pc:sldMkLst>
          <pc:docMk/>
          <pc:sldMk cId="3832549640" sldId="2145706852"/>
        </pc:sldMkLst>
        <pc:spChg chg="mod">
          <ac:chgData name="Fiore-Gartland, Andrew J" userId="e2c7091a-4529-410b-8188-b1bfa8d6e467" providerId="ADAL" clId="{40C3A2FB-FF91-48B9-8480-93590B23BB65}" dt="2023-12-13T15:30:50.903" v="106" actId="20577"/>
          <ac:spMkLst>
            <pc:docMk/>
            <pc:sldMk cId="3832549640" sldId="2145706852"/>
            <ac:spMk id="4" creationId="{491BFC1C-325A-D92A-0FD4-9371AEA3D06F}"/>
          </ac:spMkLst>
        </pc:spChg>
      </pc:sldChg>
      <pc:sldChg chg="addSp delSp modSp add mod">
        <pc:chgData name="Fiore-Gartland, Andrew J" userId="e2c7091a-4529-410b-8188-b1bfa8d6e467" providerId="ADAL" clId="{40C3A2FB-FF91-48B9-8480-93590B23BB65}" dt="2023-12-13T16:44:19.048" v="155" actId="20577"/>
        <pc:sldMkLst>
          <pc:docMk/>
          <pc:sldMk cId="3712628922" sldId="2145706870"/>
        </pc:sldMkLst>
        <pc:spChg chg="del mod">
          <ac:chgData name="Fiore-Gartland, Andrew J" userId="e2c7091a-4529-410b-8188-b1bfa8d6e467" providerId="ADAL" clId="{40C3A2FB-FF91-48B9-8480-93590B23BB65}" dt="2023-12-13T15:31:16.494" v="131"/>
          <ac:spMkLst>
            <pc:docMk/>
            <pc:sldMk cId="3712628922" sldId="2145706870"/>
            <ac:spMk id="2" creationId="{E9F6DE17-E2BF-0E68-D072-8791BCC65834}"/>
          </ac:spMkLst>
        </pc:spChg>
        <pc:spChg chg="add mod">
          <ac:chgData name="Fiore-Gartland, Andrew J" userId="e2c7091a-4529-410b-8188-b1bfa8d6e467" providerId="ADAL" clId="{40C3A2FB-FF91-48B9-8480-93590B23BB65}" dt="2023-12-13T16:44:19.048" v="155" actId="20577"/>
          <ac:spMkLst>
            <pc:docMk/>
            <pc:sldMk cId="3712628922" sldId="2145706870"/>
            <ac:spMk id="3" creationId="{5975C718-15FF-29C6-4138-7C31DE5B8409}"/>
          </ac:spMkLst>
        </pc:spChg>
        <pc:spChg chg="mod">
          <ac:chgData name="Fiore-Gartland, Andrew J" userId="e2c7091a-4529-410b-8188-b1bfa8d6e467" providerId="ADAL" clId="{40C3A2FB-FF91-48B9-8480-93590B23BB65}" dt="2023-12-13T15:33:37.885" v="147" actId="1076"/>
          <ac:spMkLst>
            <pc:docMk/>
            <pc:sldMk cId="3712628922" sldId="2145706870"/>
            <ac:spMk id="13" creationId="{4F5C09B4-32D2-46D9-B082-32537DF56D26}"/>
          </ac:spMkLst>
        </pc:spChg>
        <pc:graphicFrameChg chg="del">
          <ac:chgData name="Fiore-Gartland, Andrew J" userId="e2c7091a-4529-410b-8188-b1bfa8d6e467" providerId="ADAL" clId="{40C3A2FB-FF91-48B9-8480-93590B23BB65}" dt="2023-12-13T15:31:16.494" v="129" actId="478"/>
          <ac:graphicFrameMkLst>
            <pc:docMk/>
            <pc:sldMk cId="3712628922" sldId="2145706870"/>
            <ac:graphicFrameMk id="4" creationId="{22AD5EA2-AAB1-A568-8474-F0849AC4BF62}"/>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09B4AC-170E-4AB3-8597-3D59F0854744}" type="doc">
      <dgm:prSet loTypeId="urn:microsoft.com/office/officeart/2005/8/layout/cycle6" loCatId="relationship" qsTypeId="urn:microsoft.com/office/officeart/2005/8/quickstyle/simple1" qsCatId="simple" csTypeId="urn:microsoft.com/office/officeart/2005/8/colors/colorful1" csCatId="colorful" phldr="1"/>
      <dgm:spPr/>
      <dgm:t>
        <a:bodyPr/>
        <a:lstStyle/>
        <a:p>
          <a:endParaRPr lang="en-US"/>
        </a:p>
      </dgm:t>
    </dgm:pt>
    <dgm:pt modelId="{A8203A33-427F-4F4C-88FF-DB4D4A9DDAF1}">
      <dgm:prSet phldrT="[Text]"/>
      <dgm:spPr/>
      <dgm:t>
        <a:bodyPr/>
        <a:lstStyle/>
        <a:p>
          <a:r>
            <a:rPr lang="en-US" dirty="0"/>
            <a:t>Learn</a:t>
          </a:r>
        </a:p>
      </dgm:t>
    </dgm:pt>
    <dgm:pt modelId="{17E28B95-9CC6-4D69-B9AC-0676B5EDB94E}" type="parTrans" cxnId="{81C3640D-F767-4D4D-8B6E-9F765A5970D3}">
      <dgm:prSet/>
      <dgm:spPr/>
      <dgm:t>
        <a:bodyPr/>
        <a:lstStyle/>
        <a:p>
          <a:endParaRPr lang="en-US"/>
        </a:p>
      </dgm:t>
    </dgm:pt>
    <dgm:pt modelId="{3EFC7C73-86FB-4BEE-86B1-590B6D5DA04E}" type="sibTrans" cxnId="{81C3640D-F767-4D4D-8B6E-9F765A5970D3}">
      <dgm:prSet/>
      <dgm:spPr/>
      <dgm:t>
        <a:bodyPr/>
        <a:lstStyle/>
        <a:p>
          <a:endParaRPr lang="en-US"/>
        </a:p>
      </dgm:t>
    </dgm:pt>
    <dgm:pt modelId="{F15C7444-E242-4854-A86F-25535A903A70}">
      <dgm:prSet phldrT="[Text]"/>
      <dgm:spPr/>
      <dgm:t>
        <a:bodyPr/>
        <a:lstStyle/>
        <a:p>
          <a:r>
            <a:rPr lang="en-US" dirty="0"/>
            <a:t>Hypothesize</a:t>
          </a:r>
        </a:p>
      </dgm:t>
    </dgm:pt>
    <dgm:pt modelId="{65273B91-FD9B-485E-9A28-98E176A8F98D}" type="parTrans" cxnId="{9163594F-0A03-4443-B1A0-825FA7D3F868}">
      <dgm:prSet/>
      <dgm:spPr/>
      <dgm:t>
        <a:bodyPr/>
        <a:lstStyle/>
        <a:p>
          <a:endParaRPr lang="en-US"/>
        </a:p>
      </dgm:t>
    </dgm:pt>
    <dgm:pt modelId="{3C264C73-79FA-40BB-BD4A-EF5F390693C2}" type="sibTrans" cxnId="{9163594F-0A03-4443-B1A0-825FA7D3F868}">
      <dgm:prSet/>
      <dgm:spPr/>
      <dgm:t>
        <a:bodyPr/>
        <a:lstStyle/>
        <a:p>
          <a:endParaRPr lang="en-US"/>
        </a:p>
      </dgm:t>
    </dgm:pt>
    <dgm:pt modelId="{746EB3BB-4D78-4144-9A6F-D196897ABFE9}">
      <dgm:prSet phldrT="[Text]"/>
      <dgm:spPr/>
      <dgm:t>
        <a:bodyPr/>
        <a:lstStyle/>
        <a:p>
          <a:r>
            <a:rPr lang="en-US" dirty="0"/>
            <a:t>Visualize</a:t>
          </a:r>
        </a:p>
      </dgm:t>
    </dgm:pt>
    <dgm:pt modelId="{2F200A2A-A484-4CF5-836E-161C44A173D7}" type="parTrans" cxnId="{1DCEF33C-B8FC-495C-AE49-4146A9CD4336}">
      <dgm:prSet/>
      <dgm:spPr/>
      <dgm:t>
        <a:bodyPr/>
        <a:lstStyle/>
        <a:p>
          <a:endParaRPr lang="en-US"/>
        </a:p>
      </dgm:t>
    </dgm:pt>
    <dgm:pt modelId="{70CAA615-9867-4AB8-B6D2-AFAF3B4169AB}" type="sibTrans" cxnId="{1DCEF33C-B8FC-495C-AE49-4146A9CD4336}">
      <dgm:prSet/>
      <dgm:spPr/>
      <dgm:t>
        <a:bodyPr/>
        <a:lstStyle/>
        <a:p>
          <a:endParaRPr lang="en-US"/>
        </a:p>
      </dgm:t>
    </dgm:pt>
    <dgm:pt modelId="{0ED585EB-D277-4460-BE2A-7C2D66D26B40}">
      <dgm:prSet phldrT="[Text]"/>
      <dgm:spPr/>
      <dgm:t>
        <a:bodyPr/>
        <a:lstStyle/>
        <a:p>
          <a:r>
            <a:rPr lang="en-US" dirty="0"/>
            <a:t>Build</a:t>
          </a:r>
          <a:br>
            <a:rPr lang="en-US" dirty="0"/>
          </a:br>
          <a:r>
            <a:rPr lang="en-US" dirty="0"/>
            <a:t>community</a:t>
          </a:r>
        </a:p>
      </dgm:t>
    </dgm:pt>
    <dgm:pt modelId="{E4028B71-FAF7-48BD-93E3-A307D1A33265}" type="parTrans" cxnId="{E5D69A94-DE1A-4707-A57F-7586DEE36B9A}">
      <dgm:prSet/>
      <dgm:spPr/>
      <dgm:t>
        <a:bodyPr/>
        <a:lstStyle/>
        <a:p>
          <a:endParaRPr lang="en-US"/>
        </a:p>
      </dgm:t>
    </dgm:pt>
    <dgm:pt modelId="{29E734AC-FE24-46A4-953A-8F960D1E8249}" type="sibTrans" cxnId="{E5D69A94-DE1A-4707-A57F-7586DEE36B9A}">
      <dgm:prSet/>
      <dgm:spPr/>
      <dgm:t>
        <a:bodyPr/>
        <a:lstStyle/>
        <a:p>
          <a:endParaRPr lang="en-US"/>
        </a:p>
      </dgm:t>
    </dgm:pt>
    <dgm:pt modelId="{7DB510C6-B1A9-483C-BCE1-4E33B5ADCC14}">
      <dgm:prSet phldrT="[Text]"/>
      <dgm:spPr/>
      <dgm:t>
        <a:bodyPr/>
        <a:lstStyle/>
        <a:p>
          <a:r>
            <a:rPr lang="en-US" dirty="0"/>
            <a:t>Teach</a:t>
          </a:r>
        </a:p>
      </dgm:t>
    </dgm:pt>
    <dgm:pt modelId="{3602226A-DF8B-467E-BF95-39D024098524}" type="parTrans" cxnId="{47B001D2-4BE0-480A-8649-E179E9440A40}">
      <dgm:prSet/>
      <dgm:spPr/>
      <dgm:t>
        <a:bodyPr/>
        <a:lstStyle/>
        <a:p>
          <a:endParaRPr lang="en-US"/>
        </a:p>
      </dgm:t>
    </dgm:pt>
    <dgm:pt modelId="{0D976077-FABD-4FC3-94F6-42B5C0821DF9}" type="sibTrans" cxnId="{47B001D2-4BE0-480A-8649-E179E9440A40}">
      <dgm:prSet/>
      <dgm:spPr/>
      <dgm:t>
        <a:bodyPr/>
        <a:lstStyle/>
        <a:p>
          <a:endParaRPr lang="en-US"/>
        </a:p>
      </dgm:t>
    </dgm:pt>
    <dgm:pt modelId="{365A1F31-6E60-4331-A2F5-772FE78DC2AF}" type="pres">
      <dgm:prSet presAssocID="{9509B4AC-170E-4AB3-8597-3D59F0854744}" presName="cycle" presStyleCnt="0">
        <dgm:presLayoutVars>
          <dgm:dir/>
          <dgm:resizeHandles val="exact"/>
        </dgm:presLayoutVars>
      </dgm:prSet>
      <dgm:spPr/>
    </dgm:pt>
    <dgm:pt modelId="{B125B7B5-0551-4A3E-974D-72F8A8DDB401}" type="pres">
      <dgm:prSet presAssocID="{A8203A33-427F-4F4C-88FF-DB4D4A9DDAF1}" presName="node" presStyleLbl="node1" presStyleIdx="0" presStyleCnt="5">
        <dgm:presLayoutVars>
          <dgm:bulletEnabled val="1"/>
        </dgm:presLayoutVars>
      </dgm:prSet>
      <dgm:spPr/>
    </dgm:pt>
    <dgm:pt modelId="{93A232F5-FBD4-496C-8792-C4FDC9CB12BE}" type="pres">
      <dgm:prSet presAssocID="{A8203A33-427F-4F4C-88FF-DB4D4A9DDAF1}" presName="spNode" presStyleCnt="0"/>
      <dgm:spPr/>
    </dgm:pt>
    <dgm:pt modelId="{474247BC-559E-4202-A6BE-346EAB5805C0}" type="pres">
      <dgm:prSet presAssocID="{3EFC7C73-86FB-4BEE-86B1-590B6D5DA04E}" presName="sibTrans" presStyleLbl="sibTrans1D1" presStyleIdx="0" presStyleCnt="5"/>
      <dgm:spPr/>
    </dgm:pt>
    <dgm:pt modelId="{4034FA56-26C9-41DC-B6D4-AC3ACD18BDF7}" type="pres">
      <dgm:prSet presAssocID="{F15C7444-E242-4854-A86F-25535A903A70}" presName="node" presStyleLbl="node1" presStyleIdx="1" presStyleCnt="5" custScaleX="158061">
        <dgm:presLayoutVars>
          <dgm:bulletEnabled val="1"/>
        </dgm:presLayoutVars>
      </dgm:prSet>
      <dgm:spPr/>
    </dgm:pt>
    <dgm:pt modelId="{379A32AB-EAE7-4726-A54E-EEA810B368CB}" type="pres">
      <dgm:prSet presAssocID="{F15C7444-E242-4854-A86F-25535A903A70}" presName="spNode" presStyleCnt="0"/>
      <dgm:spPr/>
    </dgm:pt>
    <dgm:pt modelId="{10106015-9686-4169-A2A8-88D6946E5E92}" type="pres">
      <dgm:prSet presAssocID="{3C264C73-79FA-40BB-BD4A-EF5F390693C2}" presName="sibTrans" presStyleLbl="sibTrans1D1" presStyleIdx="1" presStyleCnt="5"/>
      <dgm:spPr/>
    </dgm:pt>
    <dgm:pt modelId="{8448F133-C65F-4954-AF27-BD5A76567D62}" type="pres">
      <dgm:prSet presAssocID="{746EB3BB-4D78-4144-9A6F-D196897ABFE9}" presName="node" presStyleLbl="node1" presStyleIdx="2" presStyleCnt="5" custRadScaleRad="98970" custRadScaleInc="-79146">
        <dgm:presLayoutVars>
          <dgm:bulletEnabled val="1"/>
        </dgm:presLayoutVars>
      </dgm:prSet>
      <dgm:spPr/>
    </dgm:pt>
    <dgm:pt modelId="{B0F43BFF-FFD9-433F-BEE6-C059DEEABACF}" type="pres">
      <dgm:prSet presAssocID="{746EB3BB-4D78-4144-9A6F-D196897ABFE9}" presName="spNode" presStyleCnt="0"/>
      <dgm:spPr/>
    </dgm:pt>
    <dgm:pt modelId="{F35432A2-A74B-48B8-ABBE-46D6C01B8844}" type="pres">
      <dgm:prSet presAssocID="{70CAA615-9867-4AB8-B6D2-AFAF3B4169AB}" presName="sibTrans" presStyleLbl="sibTrans1D1" presStyleIdx="2" presStyleCnt="5"/>
      <dgm:spPr/>
    </dgm:pt>
    <dgm:pt modelId="{A980A706-4647-4330-B553-0CD658B84137}" type="pres">
      <dgm:prSet presAssocID="{0ED585EB-D277-4460-BE2A-7C2D66D26B40}" presName="node" presStyleLbl="node1" presStyleIdx="3" presStyleCnt="5" custScaleX="169488" custRadScaleRad="94770" custRadScaleInc="28789">
        <dgm:presLayoutVars>
          <dgm:bulletEnabled val="1"/>
        </dgm:presLayoutVars>
      </dgm:prSet>
      <dgm:spPr/>
    </dgm:pt>
    <dgm:pt modelId="{00AE777A-5B85-4E4E-9C95-CAB0C60D1F74}" type="pres">
      <dgm:prSet presAssocID="{0ED585EB-D277-4460-BE2A-7C2D66D26B40}" presName="spNode" presStyleCnt="0"/>
      <dgm:spPr/>
    </dgm:pt>
    <dgm:pt modelId="{808A892E-E96D-43DC-AC65-B644D3691ACD}" type="pres">
      <dgm:prSet presAssocID="{29E734AC-FE24-46A4-953A-8F960D1E8249}" presName="sibTrans" presStyleLbl="sibTrans1D1" presStyleIdx="3" presStyleCnt="5"/>
      <dgm:spPr/>
    </dgm:pt>
    <dgm:pt modelId="{D42ADDC6-2641-4668-A3A0-1B4F40A44C57}" type="pres">
      <dgm:prSet presAssocID="{7DB510C6-B1A9-483C-BCE1-4E33B5ADCC14}" presName="node" presStyleLbl="node1" presStyleIdx="4" presStyleCnt="5">
        <dgm:presLayoutVars>
          <dgm:bulletEnabled val="1"/>
        </dgm:presLayoutVars>
      </dgm:prSet>
      <dgm:spPr/>
    </dgm:pt>
    <dgm:pt modelId="{FABC511D-2B30-4428-93C5-55DE9F860F87}" type="pres">
      <dgm:prSet presAssocID="{7DB510C6-B1A9-483C-BCE1-4E33B5ADCC14}" presName="spNode" presStyleCnt="0"/>
      <dgm:spPr/>
    </dgm:pt>
    <dgm:pt modelId="{0AD0F8D9-6ABD-476C-934D-1D28312185E6}" type="pres">
      <dgm:prSet presAssocID="{0D976077-FABD-4FC3-94F6-42B5C0821DF9}" presName="sibTrans" presStyleLbl="sibTrans1D1" presStyleIdx="4" presStyleCnt="5"/>
      <dgm:spPr/>
    </dgm:pt>
  </dgm:ptLst>
  <dgm:cxnLst>
    <dgm:cxn modelId="{81C3640D-F767-4D4D-8B6E-9F765A5970D3}" srcId="{9509B4AC-170E-4AB3-8597-3D59F0854744}" destId="{A8203A33-427F-4F4C-88FF-DB4D4A9DDAF1}" srcOrd="0" destOrd="0" parTransId="{17E28B95-9CC6-4D69-B9AC-0676B5EDB94E}" sibTransId="{3EFC7C73-86FB-4BEE-86B1-590B6D5DA04E}"/>
    <dgm:cxn modelId="{1DCEF33C-B8FC-495C-AE49-4146A9CD4336}" srcId="{9509B4AC-170E-4AB3-8597-3D59F0854744}" destId="{746EB3BB-4D78-4144-9A6F-D196897ABFE9}" srcOrd="2" destOrd="0" parTransId="{2F200A2A-A484-4CF5-836E-161C44A173D7}" sibTransId="{70CAA615-9867-4AB8-B6D2-AFAF3B4169AB}"/>
    <dgm:cxn modelId="{84275B40-14A9-4699-B426-5E909BC9CC78}" type="presOf" srcId="{0ED585EB-D277-4460-BE2A-7C2D66D26B40}" destId="{A980A706-4647-4330-B553-0CD658B84137}" srcOrd="0" destOrd="0" presId="urn:microsoft.com/office/officeart/2005/8/layout/cycle6"/>
    <dgm:cxn modelId="{9163594F-0A03-4443-B1A0-825FA7D3F868}" srcId="{9509B4AC-170E-4AB3-8597-3D59F0854744}" destId="{F15C7444-E242-4854-A86F-25535A903A70}" srcOrd="1" destOrd="0" parTransId="{65273B91-FD9B-485E-9A28-98E176A8F98D}" sibTransId="{3C264C73-79FA-40BB-BD4A-EF5F390693C2}"/>
    <dgm:cxn modelId="{027EFB77-D116-48EE-A323-E86FE8D010A2}" type="presOf" srcId="{9509B4AC-170E-4AB3-8597-3D59F0854744}" destId="{365A1F31-6E60-4331-A2F5-772FE78DC2AF}" srcOrd="0" destOrd="0" presId="urn:microsoft.com/office/officeart/2005/8/layout/cycle6"/>
    <dgm:cxn modelId="{AB137E7B-245A-422A-9897-AF8DA7FD24BC}" type="presOf" srcId="{7DB510C6-B1A9-483C-BCE1-4E33B5ADCC14}" destId="{D42ADDC6-2641-4668-A3A0-1B4F40A44C57}" srcOrd="0" destOrd="0" presId="urn:microsoft.com/office/officeart/2005/8/layout/cycle6"/>
    <dgm:cxn modelId="{1FE9A97D-EBCA-4573-B7B4-F0874C17B2C0}" type="presOf" srcId="{3EFC7C73-86FB-4BEE-86B1-590B6D5DA04E}" destId="{474247BC-559E-4202-A6BE-346EAB5805C0}" srcOrd="0" destOrd="0" presId="urn:microsoft.com/office/officeart/2005/8/layout/cycle6"/>
    <dgm:cxn modelId="{80779C86-DE26-439C-A71E-51F5C705C6CE}" type="presOf" srcId="{70CAA615-9867-4AB8-B6D2-AFAF3B4169AB}" destId="{F35432A2-A74B-48B8-ABBE-46D6C01B8844}" srcOrd="0" destOrd="0" presId="urn:microsoft.com/office/officeart/2005/8/layout/cycle6"/>
    <dgm:cxn modelId="{E5D69A94-DE1A-4707-A57F-7586DEE36B9A}" srcId="{9509B4AC-170E-4AB3-8597-3D59F0854744}" destId="{0ED585EB-D277-4460-BE2A-7C2D66D26B40}" srcOrd="3" destOrd="0" parTransId="{E4028B71-FAF7-48BD-93E3-A307D1A33265}" sibTransId="{29E734AC-FE24-46A4-953A-8F960D1E8249}"/>
    <dgm:cxn modelId="{8756B597-80FD-4681-AFC7-B8F8DC942FC7}" type="presOf" srcId="{F15C7444-E242-4854-A86F-25535A903A70}" destId="{4034FA56-26C9-41DC-B6D4-AC3ACD18BDF7}" srcOrd="0" destOrd="0" presId="urn:microsoft.com/office/officeart/2005/8/layout/cycle6"/>
    <dgm:cxn modelId="{81FC1C9A-AD44-4D50-8548-296ECDB5C478}" type="presOf" srcId="{3C264C73-79FA-40BB-BD4A-EF5F390693C2}" destId="{10106015-9686-4169-A2A8-88D6946E5E92}" srcOrd="0" destOrd="0" presId="urn:microsoft.com/office/officeart/2005/8/layout/cycle6"/>
    <dgm:cxn modelId="{660BD3A5-32A1-4C0C-BF9F-461C5E34412D}" type="presOf" srcId="{29E734AC-FE24-46A4-953A-8F960D1E8249}" destId="{808A892E-E96D-43DC-AC65-B644D3691ACD}" srcOrd="0" destOrd="0" presId="urn:microsoft.com/office/officeart/2005/8/layout/cycle6"/>
    <dgm:cxn modelId="{8C4156C4-BED8-4A6B-ABA4-CDD7166406B7}" type="presOf" srcId="{A8203A33-427F-4F4C-88FF-DB4D4A9DDAF1}" destId="{B125B7B5-0551-4A3E-974D-72F8A8DDB401}" srcOrd="0" destOrd="0" presId="urn:microsoft.com/office/officeart/2005/8/layout/cycle6"/>
    <dgm:cxn modelId="{66C15ECD-C4D5-42E2-972B-DFD48BDAD754}" type="presOf" srcId="{0D976077-FABD-4FC3-94F6-42B5C0821DF9}" destId="{0AD0F8D9-6ABD-476C-934D-1D28312185E6}" srcOrd="0" destOrd="0" presId="urn:microsoft.com/office/officeart/2005/8/layout/cycle6"/>
    <dgm:cxn modelId="{47B001D2-4BE0-480A-8649-E179E9440A40}" srcId="{9509B4AC-170E-4AB3-8597-3D59F0854744}" destId="{7DB510C6-B1A9-483C-BCE1-4E33B5ADCC14}" srcOrd="4" destOrd="0" parTransId="{3602226A-DF8B-467E-BF95-39D024098524}" sibTransId="{0D976077-FABD-4FC3-94F6-42B5C0821DF9}"/>
    <dgm:cxn modelId="{9648B5D9-42AE-49A4-9671-8A2CD69C53B0}" type="presOf" srcId="{746EB3BB-4D78-4144-9A6F-D196897ABFE9}" destId="{8448F133-C65F-4954-AF27-BD5A76567D62}" srcOrd="0" destOrd="0" presId="urn:microsoft.com/office/officeart/2005/8/layout/cycle6"/>
    <dgm:cxn modelId="{8FBAC9C9-DE7B-43FC-BC70-3F348CBE80EE}" type="presParOf" srcId="{365A1F31-6E60-4331-A2F5-772FE78DC2AF}" destId="{B125B7B5-0551-4A3E-974D-72F8A8DDB401}" srcOrd="0" destOrd="0" presId="urn:microsoft.com/office/officeart/2005/8/layout/cycle6"/>
    <dgm:cxn modelId="{7C63F71E-9C0A-465E-9834-D1C719523098}" type="presParOf" srcId="{365A1F31-6E60-4331-A2F5-772FE78DC2AF}" destId="{93A232F5-FBD4-496C-8792-C4FDC9CB12BE}" srcOrd="1" destOrd="0" presId="urn:microsoft.com/office/officeart/2005/8/layout/cycle6"/>
    <dgm:cxn modelId="{78421AFA-4EED-4291-B177-5D90657C1434}" type="presParOf" srcId="{365A1F31-6E60-4331-A2F5-772FE78DC2AF}" destId="{474247BC-559E-4202-A6BE-346EAB5805C0}" srcOrd="2" destOrd="0" presId="urn:microsoft.com/office/officeart/2005/8/layout/cycle6"/>
    <dgm:cxn modelId="{4EC45A0A-78B7-4241-8704-CDB2F97FD2EE}" type="presParOf" srcId="{365A1F31-6E60-4331-A2F5-772FE78DC2AF}" destId="{4034FA56-26C9-41DC-B6D4-AC3ACD18BDF7}" srcOrd="3" destOrd="0" presId="urn:microsoft.com/office/officeart/2005/8/layout/cycle6"/>
    <dgm:cxn modelId="{53BBBAAD-D326-41BC-BA73-D91F1FD0FAD0}" type="presParOf" srcId="{365A1F31-6E60-4331-A2F5-772FE78DC2AF}" destId="{379A32AB-EAE7-4726-A54E-EEA810B368CB}" srcOrd="4" destOrd="0" presId="urn:microsoft.com/office/officeart/2005/8/layout/cycle6"/>
    <dgm:cxn modelId="{D67D1276-240E-4829-8EE0-E7BD98803D74}" type="presParOf" srcId="{365A1F31-6E60-4331-A2F5-772FE78DC2AF}" destId="{10106015-9686-4169-A2A8-88D6946E5E92}" srcOrd="5" destOrd="0" presId="urn:microsoft.com/office/officeart/2005/8/layout/cycle6"/>
    <dgm:cxn modelId="{5A72CB1A-EFEE-4365-BDA4-D93B1F5EFAD8}" type="presParOf" srcId="{365A1F31-6E60-4331-A2F5-772FE78DC2AF}" destId="{8448F133-C65F-4954-AF27-BD5A76567D62}" srcOrd="6" destOrd="0" presId="urn:microsoft.com/office/officeart/2005/8/layout/cycle6"/>
    <dgm:cxn modelId="{9F8FA103-A861-41F5-9E70-C0D4B50E1234}" type="presParOf" srcId="{365A1F31-6E60-4331-A2F5-772FE78DC2AF}" destId="{B0F43BFF-FFD9-433F-BEE6-C059DEEABACF}" srcOrd="7" destOrd="0" presId="urn:microsoft.com/office/officeart/2005/8/layout/cycle6"/>
    <dgm:cxn modelId="{8AC5E004-9859-4A3C-9B33-80D9022B11D5}" type="presParOf" srcId="{365A1F31-6E60-4331-A2F5-772FE78DC2AF}" destId="{F35432A2-A74B-48B8-ABBE-46D6C01B8844}" srcOrd="8" destOrd="0" presId="urn:microsoft.com/office/officeart/2005/8/layout/cycle6"/>
    <dgm:cxn modelId="{5B314708-AFBC-4577-8218-0485D67D95B6}" type="presParOf" srcId="{365A1F31-6E60-4331-A2F5-772FE78DC2AF}" destId="{A980A706-4647-4330-B553-0CD658B84137}" srcOrd="9" destOrd="0" presId="urn:microsoft.com/office/officeart/2005/8/layout/cycle6"/>
    <dgm:cxn modelId="{D721E0C4-57D3-4F86-81BD-29FA38F450E9}" type="presParOf" srcId="{365A1F31-6E60-4331-A2F5-772FE78DC2AF}" destId="{00AE777A-5B85-4E4E-9C95-CAB0C60D1F74}" srcOrd="10" destOrd="0" presId="urn:microsoft.com/office/officeart/2005/8/layout/cycle6"/>
    <dgm:cxn modelId="{CC1D3926-F92C-4EA9-9148-9D7E312D5191}" type="presParOf" srcId="{365A1F31-6E60-4331-A2F5-772FE78DC2AF}" destId="{808A892E-E96D-43DC-AC65-B644D3691ACD}" srcOrd="11" destOrd="0" presId="urn:microsoft.com/office/officeart/2005/8/layout/cycle6"/>
    <dgm:cxn modelId="{8CD9724B-F1D5-484D-A50A-28B77F3DCF0B}" type="presParOf" srcId="{365A1F31-6E60-4331-A2F5-772FE78DC2AF}" destId="{D42ADDC6-2641-4668-A3A0-1B4F40A44C57}" srcOrd="12" destOrd="0" presId="urn:microsoft.com/office/officeart/2005/8/layout/cycle6"/>
    <dgm:cxn modelId="{B0AF209F-7588-47AB-989E-59CB9B459942}" type="presParOf" srcId="{365A1F31-6E60-4331-A2F5-772FE78DC2AF}" destId="{FABC511D-2B30-4428-93C5-55DE9F860F87}" srcOrd="13" destOrd="0" presId="urn:microsoft.com/office/officeart/2005/8/layout/cycle6"/>
    <dgm:cxn modelId="{B46DD289-8DDF-49EC-96BA-887CC73685E0}" type="presParOf" srcId="{365A1F31-6E60-4331-A2F5-772FE78DC2AF}" destId="{0AD0F8D9-6ABD-476C-934D-1D28312185E6}" srcOrd="14" destOrd="0" presId="urn:microsoft.com/office/officeart/2005/8/layout/cycle6"/>
  </dgm:cxnLst>
  <dgm:bg/>
  <dgm:whole>
    <a:ln w="38100"/>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25B7B5-0551-4A3E-974D-72F8A8DDB401}">
      <dsp:nvSpPr>
        <dsp:cNvPr id="0" name=""/>
        <dsp:cNvSpPr/>
      </dsp:nvSpPr>
      <dsp:spPr>
        <a:xfrm>
          <a:off x="2425200" y="3822"/>
          <a:ext cx="1605415" cy="10435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Learn</a:t>
          </a:r>
        </a:p>
      </dsp:txBody>
      <dsp:txXfrm>
        <a:off x="2476140" y="54762"/>
        <a:ext cx="1503535" cy="941640"/>
      </dsp:txXfrm>
    </dsp:sp>
    <dsp:sp modelId="{474247BC-559E-4202-A6BE-346EAB5805C0}">
      <dsp:nvSpPr>
        <dsp:cNvPr id="0" name=""/>
        <dsp:cNvSpPr/>
      </dsp:nvSpPr>
      <dsp:spPr>
        <a:xfrm>
          <a:off x="1144458" y="525583"/>
          <a:ext cx="4166899" cy="4166899"/>
        </a:xfrm>
        <a:custGeom>
          <a:avLst/>
          <a:gdLst/>
          <a:ahLst/>
          <a:cxnLst/>
          <a:rect l="0" t="0" r="0" b="0"/>
          <a:pathLst>
            <a:path>
              <a:moveTo>
                <a:pt x="2897168" y="165475"/>
              </a:moveTo>
              <a:arcTo wR="2083449" hR="2083449" stAng="17579373" swAng="1959857"/>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34FA56-26C9-41DC-B6D4-AC3ACD18BDF7}">
      <dsp:nvSpPr>
        <dsp:cNvPr id="0" name=""/>
        <dsp:cNvSpPr/>
      </dsp:nvSpPr>
      <dsp:spPr>
        <a:xfrm>
          <a:off x="3940618" y="1443451"/>
          <a:ext cx="2537536" cy="10435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Hypothesize</a:t>
          </a:r>
        </a:p>
      </dsp:txBody>
      <dsp:txXfrm>
        <a:off x="3991558" y="1494391"/>
        <a:ext cx="2435656" cy="941640"/>
      </dsp:txXfrm>
    </dsp:sp>
    <dsp:sp modelId="{10106015-9686-4169-A2A8-88D6946E5E92}">
      <dsp:nvSpPr>
        <dsp:cNvPr id="0" name=""/>
        <dsp:cNvSpPr/>
      </dsp:nvSpPr>
      <dsp:spPr>
        <a:xfrm>
          <a:off x="1141889" y="468372"/>
          <a:ext cx="4166899" cy="4166899"/>
        </a:xfrm>
        <a:custGeom>
          <a:avLst/>
          <a:gdLst/>
          <a:ahLst/>
          <a:cxnLst/>
          <a:rect l="0" t="0" r="0" b="0"/>
          <a:pathLst>
            <a:path>
              <a:moveTo>
                <a:pt x="4166121" y="2026529"/>
              </a:moveTo>
              <a:arcTo wR="2083449" hR="2083449" stAng="21506069" swAng="1290898"/>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48F133-C65F-4954-AF27-BD5A76567D62}">
      <dsp:nvSpPr>
        <dsp:cNvPr id="0" name=""/>
        <dsp:cNvSpPr/>
      </dsp:nvSpPr>
      <dsp:spPr>
        <a:xfrm>
          <a:off x="4114181" y="3270127"/>
          <a:ext cx="1605415" cy="104352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Visualize</a:t>
          </a:r>
        </a:p>
      </dsp:txBody>
      <dsp:txXfrm>
        <a:off x="4165121" y="3321067"/>
        <a:ext cx="1503535" cy="941640"/>
      </dsp:txXfrm>
    </dsp:sp>
    <dsp:sp modelId="{F35432A2-A74B-48B8-ABBE-46D6C01B8844}">
      <dsp:nvSpPr>
        <dsp:cNvPr id="0" name=""/>
        <dsp:cNvSpPr/>
      </dsp:nvSpPr>
      <dsp:spPr>
        <a:xfrm>
          <a:off x="1258766" y="428297"/>
          <a:ext cx="4166899" cy="4166899"/>
        </a:xfrm>
        <a:custGeom>
          <a:avLst/>
          <a:gdLst/>
          <a:ahLst/>
          <a:cxnLst/>
          <a:rect l="0" t="0" r="0" b="0"/>
          <a:pathLst>
            <a:path>
              <a:moveTo>
                <a:pt x="3117682" y="3892074"/>
              </a:moveTo>
              <a:arcTo wR="2083449" hR="2083449" stAng="3614256" swAng="2218598"/>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980A706-4647-4330-B553-0CD658B84137}">
      <dsp:nvSpPr>
        <dsp:cNvPr id="0" name=""/>
        <dsp:cNvSpPr/>
      </dsp:nvSpPr>
      <dsp:spPr>
        <a:xfrm>
          <a:off x="523105" y="3533447"/>
          <a:ext cx="2720987" cy="10435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Build</a:t>
          </a:r>
          <a:br>
            <a:rPr lang="en-US" sz="2600" kern="1200" dirty="0"/>
          </a:br>
          <a:r>
            <a:rPr lang="en-US" sz="2600" kern="1200" dirty="0"/>
            <a:t>community</a:t>
          </a:r>
        </a:p>
      </dsp:txBody>
      <dsp:txXfrm>
        <a:off x="574045" y="3584387"/>
        <a:ext cx="2619107" cy="941640"/>
      </dsp:txXfrm>
    </dsp:sp>
    <dsp:sp modelId="{808A892E-E96D-43DC-AC65-B644D3691ACD}">
      <dsp:nvSpPr>
        <dsp:cNvPr id="0" name=""/>
        <dsp:cNvSpPr/>
      </dsp:nvSpPr>
      <dsp:spPr>
        <a:xfrm>
          <a:off x="1146104" y="313789"/>
          <a:ext cx="4166899" cy="4166899"/>
        </a:xfrm>
        <a:custGeom>
          <a:avLst/>
          <a:gdLst/>
          <a:ahLst/>
          <a:cxnLst/>
          <a:rect l="0" t="0" r="0" b="0"/>
          <a:pathLst>
            <a:path>
              <a:moveTo>
                <a:pt x="331115" y="3210431"/>
              </a:moveTo>
              <a:arcTo wR="2083449" hR="2083449" stAng="8835217" swAng="1798546"/>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42ADDC6-2641-4668-A3A0-1B4F40A44C57}">
      <dsp:nvSpPr>
        <dsp:cNvPr id="0" name=""/>
        <dsp:cNvSpPr/>
      </dsp:nvSpPr>
      <dsp:spPr>
        <a:xfrm>
          <a:off x="443722" y="1443451"/>
          <a:ext cx="1605415" cy="104352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Teach</a:t>
          </a:r>
        </a:p>
      </dsp:txBody>
      <dsp:txXfrm>
        <a:off x="494662" y="1494391"/>
        <a:ext cx="1503535" cy="941640"/>
      </dsp:txXfrm>
    </dsp:sp>
    <dsp:sp modelId="{0AD0F8D9-6ABD-476C-934D-1D28312185E6}">
      <dsp:nvSpPr>
        <dsp:cNvPr id="0" name=""/>
        <dsp:cNvSpPr/>
      </dsp:nvSpPr>
      <dsp:spPr>
        <a:xfrm>
          <a:off x="1144458" y="525583"/>
          <a:ext cx="4166899" cy="4166899"/>
        </a:xfrm>
        <a:custGeom>
          <a:avLst/>
          <a:gdLst/>
          <a:ahLst/>
          <a:cxnLst/>
          <a:rect l="0" t="0" r="0" b="0"/>
          <a:pathLst>
            <a:path>
              <a:moveTo>
                <a:pt x="363261" y="907985"/>
              </a:moveTo>
              <a:arcTo wR="2083449" hR="2083449" stAng="12860770" swAng="1959857"/>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AC2724-620F-4C44-830F-AA065EBC1AD6}" type="datetimeFigureOut">
              <a:rPr lang="en-US" smtClean="0"/>
              <a:t>1/23/2026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BFF195-2F74-4285-AB33-D7016065FEB2}" type="slidenum">
              <a:rPr lang="en-US" smtClean="0"/>
              <a:t>‹#›</a:t>
            </a:fld>
            <a:endParaRPr lang="en-US"/>
          </a:p>
        </p:txBody>
      </p:sp>
    </p:spTree>
    <p:extLst>
      <p:ext uri="{BB962C8B-B14F-4D97-AF65-F5344CB8AC3E}">
        <p14:creationId xmlns:p14="http://schemas.microsoft.com/office/powerpoint/2010/main" val="4053087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B6F8E91-DD4B-A441-944C-E20EF524C04E}" type="slidenum">
              <a:rPr lang="en-US" smtClean="0"/>
              <a:t>1</a:t>
            </a:fld>
            <a:endParaRPr lang="en-US"/>
          </a:p>
        </p:txBody>
      </p:sp>
    </p:spTree>
    <p:extLst>
      <p:ext uri="{BB962C8B-B14F-4D97-AF65-F5344CB8AC3E}">
        <p14:creationId xmlns:p14="http://schemas.microsoft.com/office/powerpoint/2010/main" val="274226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2</a:t>
            </a:fld>
            <a:endParaRPr lang="en-US" altLang="en-US"/>
          </a:p>
        </p:txBody>
      </p:sp>
    </p:spTree>
    <p:extLst>
      <p:ext uri="{BB962C8B-B14F-4D97-AF65-F5344CB8AC3E}">
        <p14:creationId xmlns:p14="http://schemas.microsoft.com/office/powerpoint/2010/main" val="21321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3</a:t>
            </a:fld>
            <a:endParaRPr lang="en-US" altLang="en-US"/>
          </a:p>
        </p:txBody>
      </p:sp>
    </p:spTree>
    <p:extLst>
      <p:ext uri="{BB962C8B-B14F-4D97-AF65-F5344CB8AC3E}">
        <p14:creationId xmlns:p14="http://schemas.microsoft.com/office/powerpoint/2010/main" val="1377341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latin typeface="Times" panose="02020603050405020304" pitchFamily="18" charset="0"/>
                <a:cs typeface="Times" panose="02020603050405020304" pitchFamily="18" charset="0"/>
              </a:rPr>
              <a:t>Alex Shalek, Professor MIT</a:t>
            </a:r>
          </a:p>
          <a:p>
            <a:r>
              <a:rPr lang="en-US" sz="1600" b="0" i="0" dirty="0">
                <a:solidFill>
                  <a:srgbClr val="000000"/>
                </a:solidFill>
                <a:effectLst/>
                <a:latin typeface="Times" panose="02020603050405020304" pitchFamily="18" charset="0"/>
                <a:cs typeface="Times" panose="02020603050405020304" pitchFamily="18" charset="0"/>
              </a:rPr>
              <a:t>Professor in the Institute for Medical Engineering and Science and the Department of Chemistry</a:t>
            </a:r>
            <a:br>
              <a:rPr lang="en-US" sz="1600" b="0" dirty="0">
                <a:latin typeface="Times" panose="02020603050405020304" pitchFamily="18" charset="0"/>
                <a:cs typeface="Times" panose="02020603050405020304" pitchFamily="18" charset="0"/>
              </a:rPr>
            </a:br>
            <a:r>
              <a:rPr lang="en-US" sz="1600" b="0" i="0" dirty="0">
                <a:solidFill>
                  <a:srgbClr val="000000"/>
                </a:solidFill>
                <a:effectLst/>
                <a:latin typeface="Times" panose="02020603050405020304" pitchFamily="18" charset="0"/>
                <a:cs typeface="Times" panose="02020603050405020304" pitchFamily="18" charset="0"/>
              </a:rPr>
              <a:t>Director of Health Innovation Hub</a:t>
            </a:r>
            <a:br>
              <a:rPr lang="en-US" sz="1600" b="0" dirty="0">
                <a:latin typeface="Times" panose="02020603050405020304" pitchFamily="18" charset="0"/>
                <a:cs typeface="Times" panose="02020603050405020304" pitchFamily="18" charset="0"/>
              </a:rPr>
            </a:br>
            <a:r>
              <a:rPr lang="en-US" sz="1600" b="0" i="0" dirty="0">
                <a:solidFill>
                  <a:srgbClr val="000000"/>
                </a:solidFill>
                <a:effectLst/>
                <a:latin typeface="Times" panose="02020603050405020304" pitchFamily="18" charset="0"/>
                <a:cs typeface="Times" panose="02020603050405020304" pitchFamily="18" charset="0"/>
              </a:rPr>
              <a:t>Director, Institute for Medical Engineering and Science, MIT</a:t>
            </a:r>
          </a:p>
          <a:p>
            <a:endParaRPr lang="en-US" sz="1600" b="0" i="0" dirty="0">
              <a:solidFill>
                <a:srgbClr val="000000"/>
              </a:solidFill>
              <a:effectLst/>
              <a:latin typeface="Times" panose="02020603050405020304" pitchFamily="18" charset="0"/>
              <a:cs typeface="Times" panose="02020603050405020304" pitchFamily="18" charset="0"/>
            </a:endParaRPr>
          </a:p>
          <a:p>
            <a:r>
              <a:rPr lang="en-US" sz="1600" b="0" i="0" dirty="0">
                <a:solidFill>
                  <a:srgbClr val="000000"/>
                </a:solidFill>
                <a:effectLst/>
                <a:latin typeface="Times" panose="02020603050405020304" pitchFamily="18" charset="0"/>
                <a:cs typeface="Times" panose="02020603050405020304" pitchFamily="18" charset="0"/>
              </a:rPr>
              <a:t>Immunologist, engineer and terrific translational collaborator, will talk about his work with Tricia Darrah, Bob Seder and colleagues looking at immunity induce by intravenous BCG in NHP, and work with JoAnn Flynn and Sarah Fortune looking at immunity from a primary Mtb infection.</a:t>
            </a:r>
          </a:p>
          <a:p>
            <a:endParaRPr lang="en-US" sz="1600" b="0" i="0" dirty="0">
              <a:solidFill>
                <a:srgbClr val="000000"/>
              </a:solidFill>
              <a:effectLst/>
              <a:latin typeface="Times" panose="02020603050405020304" pitchFamily="18" charset="0"/>
              <a:cs typeface="Times" panose="02020603050405020304" pitchFamily="18" charset="0"/>
            </a:endParaRPr>
          </a:p>
          <a:p>
            <a:r>
              <a:rPr lang="en-US" sz="1600" b="0" i="0" dirty="0">
                <a:solidFill>
                  <a:srgbClr val="000000"/>
                </a:solidFill>
                <a:effectLst/>
                <a:latin typeface="Times" panose="02020603050405020304" pitchFamily="18" charset="0"/>
                <a:cs typeface="Times" panose="02020603050405020304" pitchFamily="18" charset="0"/>
              </a:rPr>
              <a:t>Josh Bromley is a graduate student in the Microbiology program at MIT, lead author on their recent study of Mtb immunity in NHP</a:t>
            </a:r>
            <a:endParaRPr lang="en-US" sz="1600" b="0" dirty="0">
              <a:latin typeface="Times" panose="02020603050405020304" pitchFamily="18" charset="0"/>
              <a:cs typeface="Times" panose="02020603050405020304" pitchFamily="18" charset="0"/>
            </a:endParaRPr>
          </a:p>
        </p:txBody>
      </p:sp>
      <p:sp>
        <p:nvSpPr>
          <p:cNvPr id="4" name="Slide Number Placeholder 3"/>
          <p:cNvSpPr>
            <a:spLocks noGrp="1"/>
          </p:cNvSpPr>
          <p:nvPr>
            <p:ph type="sldNum" sz="quarter" idx="5"/>
          </p:nvPr>
        </p:nvSpPr>
        <p:spPr/>
        <p:txBody>
          <a:bodyPr/>
          <a:lstStyle/>
          <a:p>
            <a:fld id="{E3BFF195-2F74-4285-AB33-D7016065FEB2}" type="slidenum">
              <a:rPr lang="en-US" smtClean="0"/>
              <a:t>4</a:t>
            </a:fld>
            <a:endParaRPr lang="en-US"/>
          </a:p>
        </p:txBody>
      </p:sp>
    </p:spTree>
    <p:extLst>
      <p:ext uri="{BB962C8B-B14F-4D97-AF65-F5344CB8AC3E}">
        <p14:creationId xmlns:p14="http://schemas.microsoft.com/office/powerpoint/2010/main" val="3102369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5</a:t>
            </a:fld>
            <a:endParaRPr lang="en-US" altLang="en-US"/>
          </a:p>
        </p:txBody>
      </p:sp>
    </p:spTree>
    <p:extLst>
      <p:ext uri="{BB962C8B-B14F-4D97-AF65-F5344CB8AC3E}">
        <p14:creationId xmlns:p14="http://schemas.microsoft.com/office/powerpoint/2010/main" val="2772062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j-lt"/>
                <a:cs typeface="Arial" panose="020B0604020202020204" pitchFamily="34" charset="0"/>
              </a:rPr>
              <a:t>Deaths have begun to decline again, but not below pre-pandemic levels</a:t>
            </a:r>
          </a:p>
          <a:p>
            <a:endParaRPr lang="en-US" dirty="0"/>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6</a:t>
            </a:fld>
            <a:endParaRPr lang="en-US" altLang="en-US"/>
          </a:p>
        </p:txBody>
      </p:sp>
    </p:spTree>
    <p:extLst>
      <p:ext uri="{BB962C8B-B14F-4D97-AF65-F5344CB8AC3E}">
        <p14:creationId xmlns:p14="http://schemas.microsoft.com/office/powerpoint/2010/main" val="2301710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7</a:t>
            </a:fld>
            <a:endParaRPr lang="en-US" altLang="en-US"/>
          </a:p>
        </p:txBody>
      </p:sp>
    </p:spTree>
    <p:extLst>
      <p:ext uri="{BB962C8B-B14F-4D97-AF65-F5344CB8AC3E}">
        <p14:creationId xmlns:p14="http://schemas.microsoft.com/office/powerpoint/2010/main" val="1107377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B6F8E91-DD4B-A441-944C-E20EF524C04E}" type="slidenum">
              <a:rPr lang="en-US" smtClean="0"/>
              <a:t>8</a:t>
            </a:fld>
            <a:endParaRPr lang="en-US"/>
          </a:p>
        </p:txBody>
      </p:sp>
    </p:spTree>
    <p:extLst>
      <p:ext uri="{BB962C8B-B14F-4D97-AF65-F5344CB8AC3E}">
        <p14:creationId xmlns:p14="http://schemas.microsoft.com/office/powerpoint/2010/main" val="1612641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3496697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2299553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normAutofit/>
          </a:bodyPr>
          <a:lstStyle>
            <a:lvl1pPr>
              <a:defRPr sz="24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normAutofit/>
          </a:bodyPr>
          <a:lstStyle>
            <a:lvl1pPr>
              <a:defRPr sz="24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396056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200"/>
            </a:lvl2pPr>
            <a:lvl3pPr>
              <a:defRPr sz="2200"/>
            </a:lvl3pPr>
            <a:lvl4pPr>
              <a:defRPr sz="2200"/>
            </a:lvl4pPr>
            <a:lvl5pPr>
              <a:defRPr sz="2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200"/>
            </a:lvl1pPr>
            <a:lvl2pPr>
              <a:defRPr sz="2200"/>
            </a:lvl2pPr>
            <a:lvl3pPr>
              <a:defRPr sz="2200"/>
            </a:lvl3pPr>
            <a:lvl4pPr>
              <a:defRPr sz="2200"/>
            </a:lvl4pPr>
            <a:lvl5pPr>
              <a:defRPr sz="2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100784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798939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3475265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3200"/>
            </a:lvl2pPr>
            <a:lvl3pPr>
              <a:defRPr sz="3200"/>
            </a:lvl3pPr>
            <a:lvl4pPr>
              <a:defRPr sz="3200"/>
            </a:lvl4pPr>
            <a:lvl5pPr>
              <a:defRPr sz="3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192677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ver Slide-Light Version">
    <p:bg>
      <p:bgRef idx="1001">
        <a:schemeClr val="bg1"/>
      </p:bgRef>
    </p:bg>
    <p:spTree>
      <p:nvGrpSpPr>
        <p:cNvPr id="1" name=""/>
        <p:cNvGrpSpPr/>
        <p:nvPr/>
      </p:nvGrpSpPr>
      <p:grpSpPr>
        <a:xfrm>
          <a:off x="0" y="0"/>
          <a:ext cx="0" cy="0"/>
          <a:chOff x="0" y="0"/>
          <a:chExt cx="0" cy="0"/>
        </a:xfrm>
      </p:grpSpPr>
      <p:sp>
        <p:nvSpPr>
          <p:cNvPr id="7" name="TextBox 10">
            <a:extLst>
              <a:ext uri="{FF2B5EF4-FFF2-40B4-BE49-F238E27FC236}">
                <a16:creationId xmlns:a16="http://schemas.microsoft.com/office/drawing/2014/main" id="{8C5F93BB-DD2C-1717-0A3C-5FA2D48CA767}"/>
              </a:ext>
            </a:extLst>
          </p:cNvPr>
          <p:cNvSpPr txBox="1"/>
          <p:nvPr userDrawn="1"/>
        </p:nvSpPr>
        <p:spPr>
          <a:xfrm>
            <a:off x="10556829" y="6044447"/>
            <a:ext cx="1216080" cy="224998"/>
          </a:xfrm>
          <a:prstGeom prst="rect">
            <a:avLst/>
          </a:prstGeom>
        </p:spPr>
        <p:txBody>
          <a:bodyPr lIns="0" tIns="0" rIns="0" bIns="0" rtlCol="0" anchor="t">
            <a:spAutoFit/>
          </a:bodyPr>
          <a:lstStyle/>
          <a:p>
            <a:pPr marL="0" lvl="0" indent="0" algn="r">
              <a:lnSpc>
                <a:spcPts val="1867"/>
              </a:lnSpc>
              <a:spcBef>
                <a:spcPct val="0"/>
              </a:spcBef>
            </a:pPr>
            <a:fld id="{7F31C99B-14C2-7149-B1A7-26064733D5E0}" type="slidenum">
              <a:rPr lang="en-US" sz="1333" spc="27" smtClean="0">
                <a:solidFill>
                  <a:srgbClr val="FFFFFF"/>
                </a:solidFill>
                <a:latin typeface="Montserrat"/>
              </a:rPr>
              <a:pPr marL="0" lvl="0" indent="0" algn="r">
                <a:lnSpc>
                  <a:spcPts val="1867"/>
                </a:lnSpc>
                <a:spcBef>
                  <a:spcPct val="0"/>
                </a:spcBef>
              </a:pPr>
              <a:t>‹#›</a:t>
            </a:fld>
            <a:endParaRPr lang="en-US" sz="1333" spc="27">
              <a:solidFill>
                <a:srgbClr val="FFFFFF"/>
              </a:solidFill>
              <a:latin typeface="Montserrat"/>
            </a:endParaRPr>
          </a:p>
        </p:txBody>
      </p:sp>
      <p:sp>
        <p:nvSpPr>
          <p:cNvPr id="6" name="Subtitle 2">
            <a:extLst>
              <a:ext uri="{FF2B5EF4-FFF2-40B4-BE49-F238E27FC236}">
                <a16:creationId xmlns:a16="http://schemas.microsoft.com/office/drawing/2014/main" id="{E58A2406-EABD-435A-F3D3-302E811F12D3}"/>
              </a:ext>
            </a:extLst>
          </p:cNvPr>
          <p:cNvSpPr>
            <a:spLocks noGrp="1"/>
          </p:cNvSpPr>
          <p:nvPr>
            <p:ph type="subTitle" idx="1" hasCustomPrompt="1"/>
          </p:nvPr>
        </p:nvSpPr>
        <p:spPr>
          <a:xfrm>
            <a:off x="534967" y="4983481"/>
            <a:ext cx="4724400" cy="1243679"/>
          </a:xfrm>
          <a:prstGeom prst="rect">
            <a:avLst/>
          </a:prstGeom>
          <a:noFill/>
        </p:spPr>
        <p:txBody>
          <a:bodyPr anchor="b">
            <a:noAutofit/>
          </a:bodyPr>
          <a:lstStyle>
            <a:lvl1pPr marL="0" indent="0" algn="l">
              <a:buNone/>
              <a:defRPr sz="1600" b="0" i="0">
                <a:solidFill>
                  <a:srgbClr val="1C345D"/>
                </a:solidFill>
                <a:latin typeface="+mn-lt"/>
                <a:cs typeface="Calibri" panose="020F0502020204030204" pitchFamily="34" charset="0"/>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err="1"/>
              <a:t>Firstname</a:t>
            </a:r>
            <a:r>
              <a:rPr lang="en-US"/>
              <a:t> </a:t>
            </a:r>
            <a:r>
              <a:rPr lang="en-US" err="1"/>
              <a:t>Lastname</a:t>
            </a:r>
            <a:r>
              <a:rPr lang="en-US"/>
              <a:t>, X.X.</a:t>
            </a:r>
          </a:p>
          <a:p>
            <a:r>
              <a:rPr lang="en-US"/>
              <a:t>Title, Department</a:t>
            </a:r>
          </a:p>
          <a:p>
            <a:r>
              <a:rPr lang="en-US"/>
              <a:t>Endowed Chair/Additional Description</a:t>
            </a:r>
          </a:p>
          <a:p>
            <a:r>
              <a:rPr lang="en-US"/>
              <a:t>Month Day, Year</a:t>
            </a:r>
          </a:p>
        </p:txBody>
      </p:sp>
      <p:sp>
        <p:nvSpPr>
          <p:cNvPr id="8" name="Title 1">
            <a:extLst>
              <a:ext uri="{FF2B5EF4-FFF2-40B4-BE49-F238E27FC236}">
                <a16:creationId xmlns:a16="http://schemas.microsoft.com/office/drawing/2014/main" id="{B700ACE0-F793-F60D-C6CD-931B39584342}"/>
              </a:ext>
            </a:extLst>
          </p:cNvPr>
          <p:cNvSpPr>
            <a:spLocks noGrp="1"/>
          </p:cNvSpPr>
          <p:nvPr>
            <p:ph type="ctrTitle" hasCustomPrompt="1"/>
          </p:nvPr>
        </p:nvSpPr>
        <p:spPr>
          <a:xfrm>
            <a:off x="516295" y="1858353"/>
            <a:ext cx="6719392" cy="2615947"/>
          </a:xfrm>
          <a:prstGeom prst="rect">
            <a:avLst/>
          </a:prstGeom>
        </p:spPr>
        <p:txBody>
          <a:bodyPr>
            <a:normAutofit/>
          </a:bodyPr>
          <a:lstStyle>
            <a:lvl1pPr>
              <a:defRPr sz="4000" b="1" i="0">
                <a:solidFill>
                  <a:srgbClr val="1C3B61"/>
                </a:solidFill>
                <a:latin typeface="Times" pitchFamily="2" charset="0"/>
                <a:cs typeface="Calibri" panose="020F0502020204030204" pitchFamily="34" charset="0"/>
              </a:defRPr>
            </a:lvl1pPr>
          </a:lstStyle>
          <a:p>
            <a:r>
              <a:rPr lang="en-US"/>
              <a:t>Title Slide</a:t>
            </a:r>
            <a:br>
              <a:rPr lang="en-US"/>
            </a:br>
            <a:r>
              <a:rPr lang="en-US"/>
              <a:t>Max 4 lines</a:t>
            </a:r>
            <a:br>
              <a:rPr lang="en-US"/>
            </a:br>
            <a:r>
              <a:rPr lang="en-US"/>
              <a:t>Times 60 </a:t>
            </a:r>
            <a:r>
              <a:rPr lang="en-US" err="1"/>
              <a:t>pt</a:t>
            </a:r>
            <a:r>
              <a:rPr lang="en-US"/>
              <a:t> font size</a:t>
            </a:r>
            <a:br>
              <a:rPr lang="en-US"/>
            </a:br>
            <a:r>
              <a:rPr lang="en-US"/>
              <a:t>Adjust accordingly</a:t>
            </a:r>
          </a:p>
        </p:txBody>
      </p:sp>
    </p:spTree>
    <p:extLst>
      <p:ext uri="{BB962C8B-B14F-4D97-AF65-F5344CB8AC3E}">
        <p14:creationId xmlns:p14="http://schemas.microsoft.com/office/powerpoint/2010/main" val="17669371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orient="horz" pos="5832">
          <p15:clr>
            <a:srgbClr val="FBAE40"/>
          </p15:clr>
        </p15:guide>
        <p15:guide id="3" orient="horz" pos="6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6E8A11-A948-4F76-9026-18B38BBD1BF8}" type="slidenum">
              <a:rPr lang="en-US" smtClean="0"/>
              <a:t>‹#›</a:t>
            </a:fld>
            <a:endParaRPr lang="en-US"/>
          </a:p>
        </p:txBody>
      </p:sp>
    </p:spTree>
    <p:extLst>
      <p:ext uri="{BB962C8B-B14F-4D97-AF65-F5344CB8AC3E}">
        <p14:creationId xmlns:p14="http://schemas.microsoft.com/office/powerpoint/2010/main" val="659244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75" r:id="rId8"/>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3.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C6A5B32-273B-85C0-AE78-E510315561B8}"/>
              </a:ext>
            </a:extLst>
          </p:cNvPr>
          <p:cNvSpPr>
            <a:spLocks noGrp="1"/>
          </p:cNvSpPr>
          <p:nvPr>
            <p:ph type="subTitle" idx="1"/>
          </p:nvPr>
        </p:nvSpPr>
        <p:spPr>
          <a:xfrm>
            <a:off x="170087" y="3771900"/>
            <a:ext cx="4724400" cy="3001704"/>
          </a:xfrm>
        </p:spPr>
        <p:txBody>
          <a:bodyPr/>
          <a:lstStyle/>
          <a:p>
            <a:endParaRPr lang="en-US" sz="1400" b="1" dirty="0">
              <a:solidFill>
                <a:schemeClr val="tx1"/>
              </a:solidFill>
            </a:endParaRPr>
          </a:p>
          <a:p>
            <a:r>
              <a:rPr lang="en-US" sz="1400" b="1" dirty="0">
                <a:solidFill>
                  <a:schemeClr val="tx1"/>
                </a:solidFill>
              </a:rPr>
              <a:t>Andrew Fiore-Gartland, Ph.D.</a:t>
            </a:r>
          </a:p>
          <a:p>
            <a:r>
              <a:rPr lang="en-US" sz="1400" i="1" dirty="0">
                <a:solidFill>
                  <a:schemeClr val="tx1"/>
                </a:solidFill>
              </a:rPr>
              <a:t>Fred Hutchinson Cancer Center</a:t>
            </a:r>
          </a:p>
          <a:p>
            <a:endParaRPr lang="en-US" sz="1400" dirty="0">
              <a:solidFill>
                <a:schemeClr val="tx1"/>
              </a:solidFill>
            </a:endParaRPr>
          </a:p>
          <a:p>
            <a:r>
              <a:rPr lang="en-US" sz="1400" b="1" dirty="0">
                <a:solidFill>
                  <a:schemeClr val="tx1"/>
                </a:solidFill>
              </a:rPr>
              <a:t>Shuyi Ma, Ph.D.</a:t>
            </a:r>
          </a:p>
          <a:p>
            <a:r>
              <a:rPr lang="en-US" sz="1400" i="1" dirty="0">
                <a:solidFill>
                  <a:schemeClr val="tx1"/>
                </a:solidFill>
              </a:rPr>
              <a:t>Seattle Children’s Research Institute</a:t>
            </a:r>
          </a:p>
          <a:p>
            <a:endParaRPr lang="en-US" sz="1400" dirty="0">
              <a:solidFill>
                <a:schemeClr val="tx1"/>
              </a:solidFill>
            </a:endParaRPr>
          </a:p>
          <a:p>
            <a:r>
              <a:rPr lang="en-US" sz="1400" b="1" dirty="0">
                <a:solidFill>
                  <a:schemeClr val="tx1"/>
                </a:solidFill>
              </a:rPr>
              <a:t>Brian Aldana, Ph.D.</a:t>
            </a:r>
          </a:p>
          <a:p>
            <a:r>
              <a:rPr lang="en-US" sz="1400" b="1" dirty="0">
                <a:solidFill>
                  <a:schemeClr val="tx1"/>
                </a:solidFill>
              </a:rPr>
              <a:t>Mark Warden, Ph.D.</a:t>
            </a:r>
          </a:p>
          <a:p>
            <a:r>
              <a:rPr lang="en-US" sz="1400" b="1" dirty="0">
                <a:solidFill>
                  <a:schemeClr val="tx1"/>
                </a:solidFill>
              </a:rPr>
              <a:t>Patrick Phillips, Ph.D.</a:t>
            </a:r>
          </a:p>
          <a:p>
            <a:r>
              <a:rPr lang="en-US" sz="1400" i="1" dirty="0">
                <a:solidFill>
                  <a:schemeClr val="tx1"/>
                </a:solidFill>
              </a:rPr>
              <a:t>UCSF Center for Tuberculosis</a:t>
            </a:r>
          </a:p>
        </p:txBody>
      </p:sp>
      <p:sp>
        <p:nvSpPr>
          <p:cNvPr id="3" name="Title 2">
            <a:extLst>
              <a:ext uri="{FF2B5EF4-FFF2-40B4-BE49-F238E27FC236}">
                <a16:creationId xmlns:a16="http://schemas.microsoft.com/office/drawing/2014/main" id="{84B6D918-6E0E-2A3E-699A-C0A570134B60}"/>
              </a:ext>
            </a:extLst>
          </p:cNvPr>
          <p:cNvSpPr>
            <a:spLocks noGrp="1"/>
          </p:cNvSpPr>
          <p:nvPr>
            <p:ph type="ctrTitle"/>
          </p:nvPr>
        </p:nvSpPr>
        <p:spPr>
          <a:xfrm>
            <a:off x="3717550" y="3680497"/>
            <a:ext cx="4472721" cy="1952274"/>
          </a:xfrm>
        </p:spPr>
        <p:txBody>
          <a:bodyPr>
            <a:normAutofit/>
          </a:bodyPr>
          <a:lstStyle/>
          <a:p>
            <a:r>
              <a:rPr lang="en-US" sz="4467" dirty="0">
                <a:solidFill>
                  <a:schemeClr val="tx1"/>
                </a:solidFill>
                <a:latin typeface="+mj-lt"/>
              </a:rPr>
              <a:t>TB </a:t>
            </a:r>
            <a:r>
              <a:rPr lang="en-US" sz="4467" dirty="0" err="1">
                <a:solidFill>
                  <a:schemeClr val="tx1"/>
                </a:solidFill>
                <a:latin typeface="+mj-lt"/>
              </a:rPr>
              <a:t>Hackday</a:t>
            </a:r>
            <a:br>
              <a:rPr lang="en-US" sz="4467" dirty="0">
                <a:solidFill>
                  <a:schemeClr val="tx1"/>
                </a:solidFill>
                <a:latin typeface="+mj-lt"/>
              </a:rPr>
            </a:br>
            <a:r>
              <a:rPr lang="en-US" sz="2000" b="0" dirty="0">
                <a:solidFill>
                  <a:schemeClr val="tx1"/>
                </a:solidFill>
                <a:latin typeface="+mj-lt"/>
              </a:rPr>
              <a:t>February 11, 2025</a:t>
            </a:r>
            <a:endParaRPr lang="en-US" sz="2067" dirty="0">
              <a:solidFill>
                <a:schemeClr val="tx1"/>
              </a:solidFill>
              <a:latin typeface="+mj-lt"/>
            </a:endParaRPr>
          </a:p>
        </p:txBody>
      </p:sp>
      <p:pic>
        <p:nvPicPr>
          <p:cNvPr id="4" name="Picture 3" descr="Logo&#10;&#10;Description automatically generated">
            <a:extLst>
              <a:ext uri="{FF2B5EF4-FFF2-40B4-BE49-F238E27FC236}">
                <a16:creationId xmlns:a16="http://schemas.microsoft.com/office/drawing/2014/main" id="{EB2BAFA1-4C79-76C6-EC4D-3ED1957F1DA1}"/>
              </a:ext>
            </a:extLst>
          </p:cNvPr>
          <p:cNvPicPr>
            <a:picLocks noChangeAspect="1"/>
          </p:cNvPicPr>
          <p:nvPr/>
        </p:nvPicPr>
        <p:blipFill>
          <a:blip r:embed="rId3"/>
          <a:stretch>
            <a:fillRect/>
          </a:stretch>
        </p:blipFill>
        <p:spPr>
          <a:xfrm>
            <a:off x="8692822" y="83561"/>
            <a:ext cx="3434745" cy="1132092"/>
          </a:xfrm>
          <a:prstGeom prst="rect">
            <a:avLst/>
          </a:prstGeom>
        </p:spPr>
      </p:pic>
      <p:pic>
        <p:nvPicPr>
          <p:cNvPr id="5" name="Picture 2">
            <a:extLst>
              <a:ext uri="{FF2B5EF4-FFF2-40B4-BE49-F238E27FC236}">
                <a16:creationId xmlns:a16="http://schemas.microsoft.com/office/drawing/2014/main" id="{7B1C0B33-8F13-7808-4EF6-5D50ECC08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4911" y="2238979"/>
            <a:ext cx="1660842" cy="8168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a:extLst>
              <a:ext uri="{FF2B5EF4-FFF2-40B4-BE49-F238E27FC236}">
                <a16:creationId xmlns:a16="http://schemas.microsoft.com/office/drawing/2014/main" id="{9CE16E0E-A06C-0D86-C447-5AE6D75B09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9547" y="1276412"/>
            <a:ext cx="3007909" cy="76820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red Hutch on LinkedIn: Our new logo design was thoughtfully developed with  elements that pay…">
            <a:extLst>
              <a:ext uri="{FF2B5EF4-FFF2-40B4-BE49-F238E27FC236}">
                <a16:creationId xmlns:a16="http://schemas.microsoft.com/office/drawing/2014/main" id="{F298ED64-714D-E573-C435-94719557788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016" t="24282" r="5203" b="22385"/>
          <a:stretch/>
        </p:blipFill>
        <p:spPr bwMode="auto">
          <a:xfrm>
            <a:off x="9421536" y="3223297"/>
            <a:ext cx="2706031" cy="914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urple sign with white text&#10;&#10;Description automatically generated">
            <a:extLst>
              <a:ext uri="{FF2B5EF4-FFF2-40B4-BE49-F238E27FC236}">
                <a16:creationId xmlns:a16="http://schemas.microsoft.com/office/drawing/2014/main" id="{0491F2B0-F11B-28FC-AF8F-27FFC74FE8C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87378" y="838837"/>
            <a:ext cx="2933063" cy="2933063"/>
          </a:xfrm>
          <a:prstGeom prst="rect">
            <a:avLst/>
          </a:prstGeom>
        </p:spPr>
      </p:pic>
      <p:sp>
        <p:nvSpPr>
          <p:cNvPr id="9" name="TextBox 8">
            <a:extLst>
              <a:ext uri="{FF2B5EF4-FFF2-40B4-BE49-F238E27FC236}">
                <a16:creationId xmlns:a16="http://schemas.microsoft.com/office/drawing/2014/main" id="{FE5AC829-32A0-96DF-7C3E-8322F8A9C0CF}"/>
              </a:ext>
            </a:extLst>
          </p:cNvPr>
          <p:cNvSpPr txBox="1"/>
          <p:nvPr/>
        </p:nvSpPr>
        <p:spPr>
          <a:xfrm>
            <a:off x="3717550" y="6395440"/>
            <a:ext cx="4545475" cy="369332"/>
          </a:xfrm>
          <a:prstGeom prst="rect">
            <a:avLst/>
          </a:prstGeom>
          <a:noFill/>
        </p:spPr>
        <p:txBody>
          <a:bodyPr wrap="none" rtlCol="0">
            <a:spAutoFit/>
          </a:bodyPr>
          <a:lstStyle/>
          <a:p>
            <a:pPr algn="ctr"/>
            <a:r>
              <a:rPr lang="en-US" dirty="0"/>
              <a:t>Thanks to Jordan McCrary for help organizing! </a:t>
            </a:r>
          </a:p>
        </p:txBody>
      </p:sp>
      <p:grpSp>
        <p:nvGrpSpPr>
          <p:cNvPr id="11" name="Group 10">
            <a:extLst>
              <a:ext uri="{FF2B5EF4-FFF2-40B4-BE49-F238E27FC236}">
                <a16:creationId xmlns:a16="http://schemas.microsoft.com/office/drawing/2014/main" id="{A7D40FED-3B51-B5DE-AE8F-B6CA02B1BE10}"/>
              </a:ext>
            </a:extLst>
          </p:cNvPr>
          <p:cNvGrpSpPr/>
          <p:nvPr/>
        </p:nvGrpSpPr>
        <p:grpSpPr>
          <a:xfrm>
            <a:off x="10078546" y="4341229"/>
            <a:ext cx="1938910" cy="551034"/>
            <a:chOff x="450020" y="1819627"/>
            <a:chExt cx="1938910" cy="551034"/>
          </a:xfrm>
        </p:grpSpPr>
        <p:sp>
          <p:nvSpPr>
            <p:cNvPr id="10" name="Rectangle 9">
              <a:extLst>
                <a:ext uri="{FF2B5EF4-FFF2-40B4-BE49-F238E27FC236}">
                  <a16:creationId xmlns:a16="http://schemas.microsoft.com/office/drawing/2014/main" id="{377A895A-3278-23AF-F56D-C3C9B148C354}"/>
                </a:ext>
              </a:extLst>
            </p:cNvPr>
            <p:cNvSpPr/>
            <p:nvPr/>
          </p:nvSpPr>
          <p:spPr>
            <a:xfrm>
              <a:off x="450020" y="1819627"/>
              <a:ext cx="1938910" cy="55103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mory University">
              <a:extLst>
                <a:ext uri="{FF2B5EF4-FFF2-40B4-BE49-F238E27FC236}">
                  <a16:creationId xmlns:a16="http://schemas.microsoft.com/office/drawing/2014/main" id="{415BCF04-2F72-BDCB-00B7-C372B981B04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0020" y="1880386"/>
              <a:ext cx="1864219" cy="429516"/>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a:extLst>
              <a:ext uri="{FF2B5EF4-FFF2-40B4-BE49-F238E27FC236}">
                <a16:creationId xmlns:a16="http://schemas.microsoft.com/office/drawing/2014/main" id="{58A8CDDB-E05B-5015-EEF1-5FA232F9F8A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881265" y="5235839"/>
            <a:ext cx="2200623" cy="574511"/>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A16754E8-AB2B-6894-FE9C-CA4A74F7F12F}"/>
              </a:ext>
            </a:extLst>
          </p:cNvPr>
          <p:cNvGrpSpPr/>
          <p:nvPr/>
        </p:nvGrpSpPr>
        <p:grpSpPr>
          <a:xfrm>
            <a:off x="10683671" y="6066619"/>
            <a:ext cx="1259094" cy="551034"/>
            <a:chOff x="7942355" y="4295268"/>
            <a:chExt cx="1259094" cy="551034"/>
          </a:xfrm>
        </p:grpSpPr>
        <p:sp>
          <p:nvSpPr>
            <p:cNvPr id="12" name="Rectangle 11">
              <a:extLst>
                <a:ext uri="{FF2B5EF4-FFF2-40B4-BE49-F238E27FC236}">
                  <a16:creationId xmlns:a16="http://schemas.microsoft.com/office/drawing/2014/main" id="{7E0E3B9E-89AA-EA93-A11A-9404BD73CD2B}"/>
                </a:ext>
              </a:extLst>
            </p:cNvPr>
            <p:cNvSpPr/>
            <p:nvPr/>
          </p:nvSpPr>
          <p:spPr>
            <a:xfrm>
              <a:off x="7942355" y="4295268"/>
              <a:ext cx="1259094" cy="55103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TRAC">
              <a:extLst>
                <a:ext uri="{FF2B5EF4-FFF2-40B4-BE49-F238E27FC236}">
                  <a16:creationId xmlns:a16="http://schemas.microsoft.com/office/drawing/2014/main" id="{817EB04D-8C64-546E-4C98-DF5E03AC3C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29215" y="4344123"/>
              <a:ext cx="1105193" cy="46463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52602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984369" y="1264252"/>
            <a:ext cx="7874622" cy="584775"/>
          </a:xfrm>
          <a:prstGeom prst="rect">
            <a:avLst/>
          </a:prstGeom>
          <a:noFill/>
        </p:spPr>
        <p:txBody>
          <a:bodyPr wrap="square" rtlCol="0">
            <a:spAutoFit/>
          </a:bodyPr>
          <a:lstStyle/>
          <a:p>
            <a:r>
              <a:rPr lang="en-US" sz="3200" b="1" dirty="0">
                <a:latin typeface="+mj-lt"/>
                <a:cs typeface="Arial" panose="020B0604020202020204" pitchFamily="34" charset="0"/>
              </a:rPr>
              <a:t>Land acknowledgement</a:t>
            </a:r>
          </a:p>
        </p:txBody>
      </p:sp>
      <p:sp>
        <p:nvSpPr>
          <p:cNvPr id="3" name="TextBox 2">
            <a:extLst>
              <a:ext uri="{FF2B5EF4-FFF2-40B4-BE49-F238E27FC236}">
                <a16:creationId xmlns:a16="http://schemas.microsoft.com/office/drawing/2014/main" id="{5975C718-15FF-29C6-4138-7C31DE5B8409}"/>
              </a:ext>
            </a:extLst>
          </p:cNvPr>
          <p:cNvSpPr txBox="1"/>
          <p:nvPr/>
        </p:nvSpPr>
        <p:spPr>
          <a:xfrm>
            <a:off x="1551214" y="1951264"/>
            <a:ext cx="9160329" cy="1815882"/>
          </a:xfrm>
          <a:prstGeom prst="rect">
            <a:avLst/>
          </a:prstGeom>
          <a:noFill/>
        </p:spPr>
        <p:txBody>
          <a:bodyPr wrap="square" rtlCol="0">
            <a:spAutoFit/>
          </a:bodyPr>
          <a:lstStyle/>
          <a:p>
            <a:pPr algn="ctr"/>
            <a:r>
              <a:rPr lang="en-US" sz="2800" i="0" u="none" strike="noStrike">
                <a:effectLst/>
              </a:rPr>
              <a:t>SEATRAC acknowledges </a:t>
            </a:r>
            <a:r>
              <a:rPr lang="en-US" sz="2800" i="0" u="none" strike="noStrike" dirty="0">
                <a:effectLst/>
              </a:rPr>
              <a:t>the Coast Salish peoples of this land, the land which touches the shared waters of all tribes and bands within the Duwamish, Puyallup, Suquamish, Tulalip and Muckleshoot nations.</a:t>
            </a:r>
            <a:endParaRPr lang="en-US" sz="2800" dirty="0"/>
          </a:p>
        </p:txBody>
      </p:sp>
    </p:spTree>
    <p:extLst>
      <p:ext uri="{BB962C8B-B14F-4D97-AF65-F5344CB8AC3E}">
        <p14:creationId xmlns:p14="http://schemas.microsoft.com/office/powerpoint/2010/main" val="3712628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26769" y="325360"/>
            <a:ext cx="7874622" cy="584775"/>
          </a:xfrm>
          <a:prstGeom prst="rect">
            <a:avLst/>
          </a:prstGeom>
          <a:noFill/>
        </p:spPr>
        <p:txBody>
          <a:bodyPr wrap="square" rtlCol="0">
            <a:spAutoFit/>
          </a:bodyPr>
          <a:lstStyle/>
          <a:p>
            <a:r>
              <a:rPr lang="en-US" sz="3200" b="1" dirty="0">
                <a:latin typeface="+mj-lt"/>
                <a:cs typeface="Arial" panose="020B0604020202020204" pitchFamily="34" charset="0"/>
              </a:rPr>
              <a:t>TB Hack Day Objectives</a:t>
            </a:r>
          </a:p>
        </p:txBody>
      </p:sp>
      <p:sp>
        <p:nvSpPr>
          <p:cNvPr id="2" name="TextBox 1">
            <a:extLst>
              <a:ext uri="{FF2B5EF4-FFF2-40B4-BE49-F238E27FC236}">
                <a16:creationId xmlns:a16="http://schemas.microsoft.com/office/drawing/2014/main" id="{E9F6DE17-E2BF-0E68-D072-8791BCC65834}"/>
              </a:ext>
            </a:extLst>
          </p:cNvPr>
          <p:cNvSpPr txBox="1"/>
          <p:nvPr/>
        </p:nvSpPr>
        <p:spPr>
          <a:xfrm>
            <a:off x="7189296" y="325360"/>
            <a:ext cx="4885010" cy="4893647"/>
          </a:xfrm>
          <a:prstGeom prst="rect">
            <a:avLst/>
          </a:prstGeom>
          <a:noFill/>
        </p:spPr>
        <p:txBody>
          <a:bodyPr wrap="square" rtlCol="0">
            <a:spAutoFit/>
          </a:bodyPr>
          <a:lstStyle/>
          <a:p>
            <a:pPr>
              <a:spcBef>
                <a:spcPts val="600"/>
              </a:spcBef>
              <a:spcAft>
                <a:spcPts val="600"/>
              </a:spcAft>
            </a:pPr>
            <a:r>
              <a:rPr lang="en-US" sz="2800" b="1" dirty="0">
                <a:latin typeface="+mj-lt"/>
                <a:cs typeface="Arial" panose="020B0604020202020204" pitchFamily="34" charset="0"/>
              </a:rPr>
              <a:t>Specifically learn and teach:</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TB pathogenesis and treatment</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Clinical trials</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Data processing</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Survival and regression analysis</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R visualization tools</a:t>
            </a:r>
          </a:p>
          <a:p>
            <a:pPr marL="401638" indent="-290513">
              <a:spcBef>
                <a:spcPts val="600"/>
              </a:spcBef>
              <a:spcAft>
                <a:spcPts val="600"/>
              </a:spcAft>
              <a:buFont typeface="Arial" panose="020B0604020202020204" pitchFamily="34" charset="0"/>
              <a:buChar char="•"/>
            </a:pPr>
            <a:endParaRPr lang="en-US" sz="2800" dirty="0">
              <a:latin typeface="+mj-lt"/>
              <a:cs typeface="Arial" panose="020B0604020202020204" pitchFamily="34" charset="0"/>
            </a:endParaRPr>
          </a:p>
        </p:txBody>
      </p:sp>
      <p:graphicFrame>
        <p:nvGraphicFramePr>
          <p:cNvPr id="4" name="Diagram 3">
            <a:extLst>
              <a:ext uri="{FF2B5EF4-FFF2-40B4-BE49-F238E27FC236}">
                <a16:creationId xmlns:a16="http://schemas.microsoft.com/office/drawing/2014/main" id="{22AD5EA2-AAB1-A568-8474-F0849AC4BF62}"/>
              </a:ext>
            </a:extLst>
          </p:cNvPr>
          <p:cNvGraphicFramePr/>
          <p:nvPr>
            <p:extLst>
              <p:ext uri="{D42A27DB-BD31-4B8C-83A1-F6EECF244321}">
                <p14:modId xmlns:p14="http://schemas.microsoft.com/office/powerpoint/2010/main" val="3126500604"/>
              </p:ext>
            </p:extLst>
          </p:nvPr>
        </p:nvGraphicFramePr>
        <p:xfrm>
          <a:off x="0" y="1344921"/>
          <a:ext cx="6921877" cy="4888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2750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08DC-C7F7-09B2-9D1F-84A5B6A56CBA}"/>
              </a:ext>
            </a:extLst>
          </p:cNvPr>
          <p:cNvSpPr>
            <a:spLocks noGrp="1"/>
          </p:cNvSpPr>
          <p:nvPr>
            <p:ph type="title"/>
          </p:nvPr>
        </p:nvSpPr>
        <p:spPr/>
        <p:txBody>
          <a:bodyPr/>
          <a:lstStyle/>
          <a:p>
            <a:r>
              <a:rPr lang="en-US" dirty="0"/>
              <a:t>Guest speakers</a:t>
            </a:r>
          </a:p>
        </p:txBody>
      </p:sp>
      <p:sp>
        <p:nvSpPr>
          <p:cNvPr id="3" name="Text Placeholder 2">
            <a:extLst>
              <a:ext uri="{FF2B5EF4-FFF2-40B4-BE49-F238E27FC236}">
                <a16:creationId xmlns:a16="http://schemas.microsoft.com/office/drawing/2014/main" id="{ADB59FCA-D4CC-53EE-DB20-15692D04C4F1}"/>
              </a:ext>
            </a:extLst>
          </p:cNvPr>
          <p:cNvSpPr>
            <a:spLocks noGrp="1"/>
          </p:cNvSpPr>
          <p:nvPr>
            <p:ph type="body" idx="1"/>
          </p:nvPr>
        </p:nvSpPr>
        <p:spPr/>
        <p:txBody>
          <a:bodyPr/>
          <a:lstStyle/>
          <a:p>
            <a:r>
              <a:rPr lang="en-US" dirty="0"/>
              <a:t>Mark Warden, Ph.D.</a:t>
            </a:r>
          </a:p>
        </p:txBody>
      </p:sp>
      <p:sp>
        <p:nvSpPr>
          <p:cNvPr id="5" name="Text Placeholder 4">
            <a:extLst>
              <a:ext uri="{FF2B5EF4-FFF2-40B4-BE49-F238E27FC236}">
                <a16:creationId xmlns:a16="http://schemas.microsoft.com/office/drawing/2014/main" id="{AE64CBF3-77AC-24D0-95AA-96DE10AC3F7A}"/>
              </a:ext>
            </a:extLst>
          </p:cNvPr>
          <p:cNvSpPr>
            <a:spLocks noGrp="1"/>
          </p:cNvSpPr>
          <p:nvPr>
            <p:ph type="body" sz="quarter" idx="3"/>
          </p:nvPr>
        </p:nvSpPr>
        <p:spPr/>
        <p:txBody>
          <a:bodyPr/>
          <a:lstStyle/>
          <a:p>
            <a:r>
              <a:rPr lang="en-US" dirty="0"/>
              <a:t>Brian Aldana, Ph.D.</a:t>
            </a:r>
          </a:p>
        </p:txBody>
      </p:sp>
      <p:sp>
        <p:nvSpPr>
          <p:cNvPr id="7" name="Slide Number Placeholder 6">
            <a:extLst>
              <a:ext uri="{FF2B5EF4-FFF2-40B4-BE49-F238E27FC236}">
                <a16:creationId xmlns:a16="http://schemas.microsoft.com/office/drawing/2014/main" id="{366EF560-D014-36C6-AC29-68B7C6601179}"/>
              </a:ext>
            </a:extLst>
          </p:cNvPr>
          <p:cNvSpPr>
            <a:spLocks noGrp="1"/>
          </p:cNvSpPr>
          <p:nvPr>
            <p:ph type="sldNum" sz="quarter" idx="12"/>
          </p:nvPr>
        </p:nvSpPr>
        <p:spPr/>
        <p:txBody>
          <a:bodyPr/>
          <a:lstStyle/>
          <a:p>
            <a:fld id="{2A6E8A11-A948-4F76-9026-18B38BBD1BF8}" type="slidenum">
              <a:rPr lang="en-US" smtClean="0"/>
              <a:t>4</a:t>
            </a:fld>
            <a:endParaRPr lang="en-US"/>
          </a:p>
        </p:txBody>
      </p:sp>
      <p:sp>
        <p:nvSpPr>
          <p:cNvPr id="6" name="Content Placeholder 5">
            <a:extLst>
              <a:ext uri="{FF2B5EF4-FFF2-40B4-BE49-F238E27FC236}">
                <a16:creationId xmlns:a16="http://schemas.microsoft.com/office/drawing/2014/main" id="{00C7CCBE-3420-BAD4-5820-EE0B7A34D354}"/>
              </a:ext>
            </a:extLst>
          </p:cNvPr>
          <p:cNvSpPr>
            <a:spLocks noGrp="1"/>
          </p:cNvSpPr>
          <p:nvPr>
            <p:ph sz="half" idx="2"/>
          </p:nvPr>
        </p:nvSpPr>
        <p:spPr/>
        <p:txBody>
          <a:bodyPr/>
          <a:lstStyle/>
          <a:p>
            <a:endParaRPr lang="en-US"/>
          </a:p>
        </p:txBody>
      </p:sp>
      <p:sp>
        <p:nvSpPr>
          <p:cNvPr id="10" name="Content Placeholder 9">
            <a:extLst>
              <a:ext uri="{FF2B5EF4-FFF2-40B4-BE49-F238E27FC236}">
                <a16:creationId xmlns:a16="http://schemas.microsoft.com/office/drawing/2014/main" id="{09E6658D-1FD7-37B4-1AAC-6D8279C70F88}"/>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3727419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228598" y="307439"/>
            <a:ext cx="7874622" cy="523220"/>
          </a:xfrm>
          <a:prstGeom prst="rect">
            <a:avLst/>
          </a:prstGeom>
          <a:noFill/>
        </p:spPr>
        <p:txBody>
          <a:bodyPr wrap="square" rtlCol="0">
            <a:spAutoFit/>
          </a:bodyPr>
          <a:lstStyle/>
          <a:p>
            <a:r>
              <a:rPr lang="en-US" sz="2800" b="1" dirty="0">
                <a:latin typeface="+mj-lt"/>
                <a:cs typeface="Arial" panose="020B0604020202020204" pitchFamily="34" charset="0"/>
              </a:rPr>
              <a:t>Agenda for today</a:t>
            </a:r>
          </a:p>
        </p:txBody>
      </p:sp>
      <p:graphicFrame>
        <p:nvGraphicFramePr>
          <p:cNvPr id="2" name="Table 1">
            <a:extLst>
              <a:ext uri="{FF2B5EF4-FFF2-40B4-BE49-F238E27FC236}">
                <a16:creationId xmlns:a16="http://schemas.microsoft.com/office/drawing/2014/main" id="{3511FD9A-6C80-05C0-2944-61F43E4AA7BF}"/>
              </a:ext>
            </a:extLst>
          </p:cNvPr>
          <p:cNvGraphicFramePr>
            <a:graphicFrameLocks noGrp="1"/>
          </p:cNvGraphicFramePr>
          <p:nvPr>
            <p:extLst>
              <p:ext uri="{D42A27DB-BD31-4B8C-83A1-F6EECF244321}">
                <p14:modId xmlns:p14="http://schemas.microsoft.com/office/powerpoint/2010/main" val="2492171506"/>
              </p:ext>
            </p:extLst>
          </p:nvPr>
        </p:nvGraphicFramePr>
        <p:xfrm>
          <a:off x="7127292" y="220311"/>
          <a:ext cx="4777382" cy="4970883"/>
        </p:xfrm>
        <a:graphic>
          <a:graphicData uri="http://schemas.openxmlformats.org/drawingml/2006/table">
            <a:tbl>
              <a:tblPr firstRow="1" firstCol="1" bandRow="1">
                <a:tableStyleId>{793D81CF-94F2-401A-BA57-92F5A7B2D0C5}</a:tableStyleId>
              </a:tblPr>
              <a:tblGrid>
                <a:gridCol w="707271">
                  <a:extLst>
                    <a:ext uri="{9D8B030D-6E8A-4147-A177-3AD203B41FA5}">
                      <a16:colId xmlns:a16="http://schemas.microsoft.com/office/drawing/2014/main" val="4160021003"/>
                    </a:ext>
                  </a:extLst>
                </a:gridCol>
                <a:gridCol w="900559">
                  <a:extLst>
                    <a:ext uri="{9D8B030D-6E8A-4147-A177-3AD203B41FA5}">
                      <a16:colId xmlns:a16="http://schemas.microsoft.com/office/drawing/2014/main" val="1337734181"/>
                    </a:ext>
                  </a:extLst>
                </a:gridCol>
                <a:gridCol w="3169552">
                  <a:extLst>
                    <a:ext uri="{9D8B030D-6E8A-4147-A177-3AD203B41FA5}">
                      <a16:colId xmlns:a16="http://schemas.microsoft.com/office/drawing/2014/main" val="3434740788"/>
                    </a:ext>
                  </a:extLst>
                </a:gridCol>
              </a:tblGrid>
              <a:tr h="382342">
                <a:tc>
                  <a:txBody>
                    <a:bodyPr/>
                    <a:lstStyle/>
                    <a:p>
                      <a:pPr marL="0" marR="0">
                        <a:lnSpc>
                          <a:spcPct val="107000"/>
                        </a:lnSpc>
                        <a:spcBef>
                          <a:spcPts val="0"/>
                        </a:spcBef>
                        <a:spcAft>
                          <a:spcPts val="0"/>
                        </a:spcAft>
                      </a:pPr>
                      <a:r>
                        <a:rPr lang="en-US" sz="1200" b="0" cap="none" spc="0" dirty="0">
                          <a:solidFill>
                            <a:schemeClr val="bg1"/>
                          </a:solidFill>
                          <a:effectLst/>
                        </a:rPr>
                        <a:t>Emory (EST)</a:t>
                      </a:r>
                      <a:endParaRPr lang="en-US" sz="1200" b="0"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bg1"/>
                          </a:solidFill>
                          <a:effectLst/>
                        </a:rPr>
                        <a:t>Seattle (PST)</a:t>
                      </a:r>
                      <a:endParaRPr lang="en-US" sz="1200" b="0"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bg1"/>
                          </a:solidFill>
                          <a:effectLst/>
                        </a:rPr>
                        <a:t>Activity</a:t>
                      </a:r>
                      <a:endParaRPr lang="en-US" sz="1200" b="0"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7678022"/>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9:00 AM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Opening remarks</a:t>
                      </a:r>
                      <a:br>
                        <a:rPr lang="en-US" sz="1200" b="0" cap="none" spc="0" dirty="0">
                          <a:solidFill>
                            <a:schemeClr val="tx1"/>
                          </a:solidFill>
                          <a:effectLst/>
                        </a:rPr>
                      </a:br>
                      <a:r>
                        <a:rPr lang="en-US" sz="1200" b="0" cap="none" spc="0" dirty="0">
                          <a:solidFill>
                            <a:schemeClr val="tx1"/>
                          </a:solidFill>
                          <a:effectLst/>
                        </a:rPr>
                        <a:t>(Shuyi Ma)</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2387594"/>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9:10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Drs. Mark Warden and Brian Aldana present analysis examples from TB-PACTS dataset</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2703223"/>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9:40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Hack day plan with Q&amp;A (Andrew Fiore-Gartland)</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7449692"/>
                  </a:ext>
                </a:extLst>
              </a:tr>
              <a:tr h="285015">
                <a:tc>
                  <a:txBody>
                    <a:bodyPr/>
                    <a:lstStyle/>
                    <a:p>
                      <a:pPr marL="0" marR="0">
                        <a:lnSpc>
                          <a:spcPct val="107000"/>
                        </a:lnSpc>
                        <a:spcBef>
                          <a:spcPts val="0"/>
                        </a:spcBef>
                        <a:spcAft>
                          <a:spcPts val="0"/>
                        </a:spcAft>
                      </a:pPr>
                      <a:r>
                        <a:rPr lang="en-US" sz="1200" b="0" cap="none" spc="0" dirty="0">
                          <a:solidFill>
                            <a:schemeClr val="tx1"/>
                          </a:solidFill>
                          <a:effectLst/>
                        </a:rPr>
                        <a:t>10:00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01650" marR="0" indent="-505460">
                        <a:lnSpc>
                          <a:spcPct val="107000"/>
                        </a:lnSpc>
                        <a:spcBef>
                          <a:spcPts val="0"/>
                        </a:spcBef>
                        <a:spcAft>
                          <a:spcPts val="0"/>
                        </a:spcAft>
                      </a:pPr>
                      <a:r>
                        <a:rPr lang="en-US" sz="1200" b="0" cap="none" spc="0" dirty="0">
                          <a:solidFill>
                            <a:schemeClr val="tx1"/>
                          </a:solidFill>
                          <a:effectLst/>
                        </a:rPr>
                        <a:t>Break into groups for open hack time</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234150"/>
                  </a:ext>
                </a:extLst>
              </a:tr>
              <a:tr h="328566">
                <a:tc>
                  <a:txBody>
                    <a:bodyPr/>
                    <a:lstStyle/>
                    <a:p>
                      <a:pPr marL="0" marR="0">
                        <a:lnSpc>
                          <a:spcPct val="107000"/>
                        </a:lnSpc>
                        <a:spcBef>
                          <a:spcPts val="0"/>
                        </a:spcBef>
                        <a:spcAft>
                          <a:spcPts val="0"/>
                        </a:spcAft>
                      </a:pPr>
                      <a:endParaRPr lang="en-US" sz="12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8:30 AM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Gather with coffee and light breakfast</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2722584"/>
                  </a:ext>
                </a:extLst>
              </a:tr>
              <a:tr h="537245">
                <a:tc>
                  <a:txBody>
                    <a:bodyPr/>
                    <a:lstStyle/>
                    <a:p>
                      <a:pPr marL="0" marR="0">
                        <a:lnSpc>
                          <a:spcPct val="107000"/>
                        </a:lnSpc>
                        <a:spcBef>
                          <a:spcPts val="0"/>
                        </a:spcBef>
                        <a:spcAft>
                          <a:spcPts val="0"/>
                        </a:spcAft>
                      </a:pPr>
                      <a:endParaRPr lang="en-US" sz="12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9:00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Repeat opening talks for Seattle/UCSF</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7370553"/>
                  </a:ext>
                </a:extLst>
              </a:tr>
              <a:tr h="0">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10:00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200" b="0" cap="none" spc="0" dirty="0">
                          <a:solidFill>
                            <a:schemeClr val="tx1"/>
                          </a:solidFill>
                          <a:effectLst/>
                        </a:rPr>
                        <a:t>Break into groups for open hack time</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b="0" cap="none" spc="0" dirty="0">
                          <a:solidFill>
                            <a:schemeClr val="tx1"/>
                          </a:solidFill>
                          <a:effectLst/>
                        </a:rPr>
                        <a:t>in Seattle</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7203952"/>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3:00 PM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12:00 PM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JOINT</a:t>
                      </a:r>
                      <a:br>
                        <a:rPr lang="en-US" sz="1200" b="0" cap="none" spc="0" dirty="0">
                          <a:solidFill>
                            <a:schemeClr val="tx1"/>
                          </a:solidFill>
                          <a:effectLst/>
                        </a:rPr>
                      </a:br>
                      <a:r>
                        <a:rPr lang="en-US" sz="1200" b="0" cap="none" spc="0" dirty="0">
                          <a:solidFill>
                            <a:schemeClr val="tx1"/>
                          </a:solidFill>
                          <a:effectLst/>
                        </a:rPr>
                        <a:t>Small group readouts from EDT group: Each group shares processing and analysis findings</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892035"/>
                  </a:ext>
                </a:extLst>
              </a:tr>
              <a:tr h="498728">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3:00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Small group readouts from Seattle/UCSF</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01497483"/>
                  </a:ext>
                </a:extLst>
              </a:tr>
            </a:tbl>
          </a:graphicData>
        </a:graphic>
      </p:graphicFrame>
      <p:sp>
        <p:nvSpPr>
          <p:cNvPr id="4" name="TextBox 3">
            <a:extLst>
              <a:ext uri="{FF2B5EF4-FFF2-40B4-BE49-F238E27FC236}">
                <a16:creationId xmlns:a16="http://schemas.microsoft.com/office/drawing/2014/main" id="{491BFC1C-325A-D92A-0FD4-9371AEA3D06F}"/>
              </a:ext>
            </a:extLst>
          </p:cNvPr>
          <p:cNvSpPr txBox="1"/>
          <p:nvPr/>
        </p:nvSpPr>
        <p:spPr>
          <a:xfrm>
            <a:off x="228598" y="920621"/>
            <a:ext cx="6410632" cy="4247317"/>
          </a:xfrm>
          <a:prstGeom prst="rect">
            <a:avLst/>
          </a:prstGeom>
          <a:noFill/>
        </p:spPr>
        <p:txBody>
          <a:bodyPr wrap="square">
            <a:spAutoFit/>
          </a:bodyPr>
          <a:lstStyle/>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Feel free to come and go, change seats, move rooms, go for a walk, etc.</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Small groups are meant to facilitate conversation and collaboration; use them as much or as little as you want</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Be open, curious, inclusive,  respectful!</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Let’s make this the best that science can be:</a:t>
            </a:r>
            <a:br>
              <a:rPr lang="en-US" sz="2000" dirty="0">
                <a:latin typeface="+mj-lt"/>
                <a:cs typeface="Arial" panose="020B0604020202020204" pitchFamily="34" charset="0"/>
              </a:rPr>
            </a:br>
            <a:r>
              <a:rPr lang="en-US" sz="2000" dirty="0">
                <a:latin typeface="+mj-lt"/>
                <a:cs typeface="Arial" panose="020B0604020202020204" pitchFamily="34" charset="0"/>
              </a:rPr>
              <a:t>Free food + free flow of thoughts and ideas</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Code of conduct: We’re committed to hosting TB </a:t>
            </a:r>
            <a:r>
              <a:rPr lang="en-US" sz="2000" dirty="0" err="1">
                <a:latin typeface="+mj-lt"/>
                <a:cs typeface="Arial" panose="020B0604020202020204" pitchFamily="34" charset="0"/>
              </a:rPr>
              <a:t>Hackday</a:t>
            </a:r>
            <a:r>
              <a:rPr lang="en-US" sz="2000" dirty="0">
                <a:latin typeface="+mj-lt"/>
                <a:cs typeface="Arial" panose="020B0604020202020204" pitchFamily="34" charset="0"/>
              </a:rPr>
              <a:t> as an inclusive and </a:t>
            </a:r>
            <a:r>
              <a:rPr lang="en-US" sz="2000" b="0" i="0" dirty="0">
                <a:solidFill>
                  <a:srgbClr val="222832"/>
                </a:solidFill>
                <a:effectLst/>
                <a:latin typeface="-apple-system"/>
              </a:rPr>
              <a:t>harassment-free learning experience for everyone.</a:t>
            </a:r>
            <a:endParaRPr lang="en-US" sz="2000" dirty="0">
              <a:latin typeface="+mj-lt"/>
              <a:cs typeface="Arial" panose="020B0604020202020204" pitchFamily="34" charset="0"/>
            </a:endParaRP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Real-time feedback welcome!</a:t>
            </a:r>
            <a:endParaRPr lang="en-US" sz="2000" dirty="0"/>
          </a:p>
        </p:txBody>
      </p:sp>
    </p:spTree>
    <p:extLst>
      <p:ext uri="{BB962C8B-B14F-4D97-AF65-F5344CB8AC3E}">
        <p14:creationId xmlns:p14="http://schemas.microsoft.com/office/powerpoint/2010/main" val="3832549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06671" y="230276"/>
            <a:ext cx="5881628" cy="523220"/>
          </a:xfrm>
          <a:prstGeom prst="rect">
            <a:avLst/>
          </a:prstGeom>
          <a:noFill/>
        </p:spPr>
        <p:txBody>
          <a:bodyPr wrap="square" rtlCol="0">
            <a:spAutoFit/>
          </a:bodyPr>
          <a:lstStyle/>
          <a:p>
            <a:r>
              <a:rPr lang="en-US" sz="2800" b="1" dirty="0">
                <a:latin typeface="+mj-lt"/>
                <a:cs typeface="Arial" panose="020B0604020202020204" pitchFamily="34" charset="0"/>
              </a:rPr>
              <a:t>WHO Global Tuberculosis Report 2023</a:t>
            </a:r>
          </a:p>
        </p:txBody>
      </p:sp>
      <p:sp>
        <p:nvSpPr>
          <p:cNvPr id="4" name="TextBox 3">
            <a:extLst>
              <a:ext uri="{FF2B5EF4-FFF2-40B4-BE49-F238E27FC236}">
                <a16:creationId xmlns:a16="http://schemas.microsoft.com/office/drawing/2014/main" id="{8A5B1908-5A22-9937-4236-7133897B0BD4}"/>
              </a:ext>
            </a:extLst>
          </p:cNvPr>
          <p:cNvSpPr txBox="1"/>
          <p:nvPr/>
        </p:nvSpPr>
        <p:spPr>
          <a:xfrm>
            <a:off x="306671" y="851787"/>
            <a:ext cx="5640646" cy="2062103"/>
          </a:xfrm>
          <a:prstGeom prst="rect">
            <a:avLst/>
          </a:prstGeom>
          <a:noFill/>
        </p:spPr>
        <p:txBody>
          <a:bodyPr wrap="square" rtlCol="0">
            <a:spAutoFit/>
          </a:bodyPr>
          <a:lstStyle/>
          <a:p>
            <a:pPr marL="233363" indent="-233363">
              <a:spcBef>
                <a:spcPts val="600"/>
              </a:spcBef>
              <a:spcAft>
                <a:spcPts val="600"/>
              </a:spcAft>
              <a:buFont typeface="Arial" panose="020B0604020202020204" pitchFamily="34" charset="0"/>
              <a:buChar char="•"/>
            </a:pPr>
            <a:r>
              <a:rPr lang="en-US" dirty="0">
                <a:latin typeface="+mj-lt"/>
                <a:cs typeface="Arial" panose="020B0604020202020204" pitchFamily="34" charset="0"/>
              </a:rPr>
              <a:t>TB notifications are rising since the COVID pandemic interrupted health services</a:t>
            </a:r>
          </a:p>
          <a:p>
            <a:pPr marL="233363" indent="-233363">
              <a:spcBef>
                <a:spcPts val="600"/>
              </a:spcBef>
              <a:spcAft>
                <a:spcPts val="600"/>
              </a:spcAft>
              <a:buFont typeface="Arial" panose="020B0604020202020204" pitchFamily="34" charset="0"/>
              <a:buChar char="•"/>
            </a:pPr>
            <a:r>
              <a:rPr lang="en-US" dirty="0">
                <a:latin typeface="+mj-lt"/>
                <a:cs typeface="Arial" panose="020B0604020202020204" pitchFamily="34" charset="0"/>
              </a:rPr>
              <a:t>Under-diagnosed and under-treated TB led to an increase in TB deaths during pandemic</a:t>
            </a:r>
          </a:p>
          <a:p>
            <a:pPr marL="233363" indent="-233363">
              <a:spcBef>
                <a:spcPts val="600"/>
              </a:spcBef>
              <a:spcAft>
                <a:spcPts val="600"/>
              </a:spcAft>
              <a:buFont typeface="Arial" panose="020B0604020202020204" pitchFamily="34" charset="0"/>
              <a:buChar char="•"/>
            </a:pPr>
            <a:r>
              <a:rPr lang="en-US" sz="1800" dirty="0">
                <a:latin typeface="+mj-lt"/>
                <a:cs typeface="Arial" panose="020B0604020202020204" pitchFamily="34" charset="0"/>
              </a:rPr>
              <a:t>Comparatively COVID-19 deaths were 3.5 M and 1.2 M in 2021 and 2022</a:t>
            </a:r>
            <a:endParaRPr lang="en-US" dirty="0">
              <a:latin typeface="+mj-lt"/>
              <a:cs typeface="Arial" panose="020B0604020202020204" pitchFamily="34" charset="0"/>
            </a:endParaRPr>
          </a:p>
        </p:txBody>
      </p:sp>
      <p:pic>
        <p:nvPicPr>
          <p:cNvPr id="5" name="Graphic 4">
            <a:extLst>
              <a:ext uri="{FF2B5EF4-FFF2-40B4-BE49-F238E27FC236}">
                <a16:creationId xmlns:a16="http://schemas.microsoft.com/office/drawing/2014/main" id="{D058BA33-7CF8-40FE-2BA1-FDBD0CD2866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44377" y="6048574"/>
            <a:ext cx="1857861" cy="569190"/>
          </a:xfrm>
          <a:prstGeom prst="rect">
            <a:avLst/>
          </a:prstGeom>
        </p:spPr>
      </p:pic>
      <p:sp>
        <p:nvSpPr>
          <p:cNvPr id="14" name="TextBox 13">
            <a:extLst>
              <a:ext uri="{FF2B5EF4-FFF2-40B4-BE49-F238E27FC236}">
                <a16:creationId xmlns:a16="http://schemas.microsoft.com/office/drawing/2014/main" id="{F7A73EB6-8EC6-BE7B-524E-34596641CADE}"/>
              </a:ext>
            </a:extLst>
          </p:cNvPr>
          <p:cNvSpPr txBox="1"/>
          <p:nvPr/>
        </p:nvSpPr>
        <p:spPr>
          <a:xfrm>
            <a:off x="7264842" y="2946410"/>
            <a:ext cx="4081445" cy="523220"/>
          </a:xfrm>
          <a:prstGeom prst="rect">
            <a:avLst/>
          </a:prstGeom>
          <a:noFill/>
        </p:spPr>
        <p:txBody>
          <a:bodyPr wrap="square" rtlCol="0">
            <a:spAutoFit/>
          </a:bodyPr>
          <a:lstStyle/>
          <a:p>
            <a:r>
              <a:rPr lang="en-US" sz="1400" b="1" dirty="0"/>
              <a:t>Global trends in the estimated number of deaths caused by TB and HIV (in millions)</a:t>
            </a:r>
          </a:p>
        </p:txBody>
      </p:sp>
      <p:sp>
        <p:nvSpPr>
          <p:cNvPr id="15" name="TextBox 14">
            <a:extLst>
              <a:ext uri="{FF2B5EF4-FFF2-40B4-BE49-F238E27FC236}">
                <a16:creationId xmlns:a16="http://schemas.microsoft.com/office/drawing/2014/main" id="{89425563-22EB-B3DB-BFC0-C0C750934462}"/>
              </a:ext>
            </a:extLst>
          </p:cNvPr>
          <p:cNvSpPr txBox="1"/>
          <p:nvPr/>
        </p:nvSpPr>
        <p:spPr>
          <a:xfrm>
            <a:off x="9684913" y="6617764"/>
            <a:ext cx="2555058" cy="276999"/>
          </a:xfrm>
          <a:prstGeom prst="rect">
            <a:avLst/>
          </a:prstGeom>
          <a:noFill/>
        </p:spPr>
        <p:txBody>
          <a:bodyPr wrap="none" rtlCol="0">
            <a:spAutoFit/>
          </a:bodyPr>
          <a:lstStyle/>
          <a:p>
            <a:r>
              <a:rPr lang="en-US" sz="1200" i="1" dirty="0"/>
              <a:t>WHO Global Tuberculosis Report 2024</a:t>
            </a:r>
          </a:p>
        </p:txBody>
      </p:sp>
      <p:grpSp>
        <p:nvGrpSpPr>
          <p:cNvPr id="17" name="Group 16">
            <a:extLst>
              <a:ext uri="{FF2B5EF4-FFF2-40B4-BE49-F238E27FC236}">
                <a16:creationId xmlns:a16="http://schemas.microsoft.com/office/drawing/2014/main" id="{5CD01CEA-FDB6-0A13-0147-1636B270D769}"/>
              </a:ext>
            </a:extLst>
          </p:cNvPr>
          <p:cNvGrpSpPr/>
          <p:nvPr/>
        </p:nvGrpSpPr>
        <p:grpSpPr>
          <a:xfrm>
            <a:off x="256907" y="3338819"/>
            <a:ext cx="6669864" cy="3094071"/>
            <a:chOff x="334129" y="2384895"/>
            <a:chExt cx="6669864" cy="3094071"/>
          </a:xfrm>
        </p:grpSpPr>
        <p:pic>
          <p:nvPicPr>
            <p:cNvPr id="18" name="Picture 17">
              <a:extLst>
                <a:ext uri="{FF2B5EF4-FFF2-40B4-BE49-F238E27FC236}">
                  <a16:creationId xmlns:a16="http://schemas.microsoft.com/office/drawing/2014/main" id="{55D6AF5B-6048-5025-E266-3780F284A009}"/>
                </a:ext>
              </a:extLst>
            </p:cNvPr>
            <p:cNvPicPr>
              <a:picLocks noChangeAspect="1"/>
            </p:cNvPicPr>
            <p:nvPr/>
          </p:nvPicPr>
          <p:blipFill>
            <a:blip r:embed="rId5"/>
            <a:stretch>
              <a:fillRect/>
            </a:stretch>
          </p:blipFill>
          <p:spPr>
            <a:xfrm>
              <a:off x="452794" y="2467149"/>
              <a:ext cx="6329003" cy="2952136"/>
            </a:xfrm>
            <a:prstGeom prst="rect">
              <a:avLst/>
            </a:prstGeom>
          </p:spPr>
        </p:pic>
        <p:cxnSp>
          <p:nvCxnSpPr>
            <p:cNvPr id="19" name="Straight Connector 18">
              <a:extLst>
                <a:ext uri="{FF2B5EF4-FFF2-40B4-BE49-F238E27FC236}">
                  <a16:creationId xmlns:a16="http://schemas.microsoft.com/office/drawing/2014/main" id="{18DC062E-5C73-8167-5E1A-34A2EED7EBBB}"/>
                </a:ext>
              </a:extLst>
            </p:cNvPr>
            <p:cNvCxnSpPr>
              <a:cxnSpLocks/>
            </p:cNvCxnSpPr>
            <p:nvPr/>
          </p:nvCxnSpPr>
          <p:spPr>
            <a:xfrm flipH="1">
              <a:off x="508835" y="4348975"/>
              <a:ext cx="6192644" cy="0"/>
            </a:xfrm>
            <a:prstGeom prst="line">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15ABA026-868D-D0AA-86C6-3BD41605FB16}"/>
                </a:ext>
              </a:extLst>
            </p:cNvPr>
            <p:cNvSpPr txBox="1"/>
            <p:nvPr/>
          </p:nvSpPr>
          <p:spPr>
            <a:xfrm>
              <a:off x="4330248" y="3931930"/>
              <a:ext cx="2673745" cy="369332"/>
            </a:xfrm>
            <a:prstGeom prst="rect">
              <a:avLst/>
            </a:prstGeom>
            <a:noFill/>
          </p:spPr>
          <p:txBody>
            <a:bodyPr wrap="none" rtlCol="0">
              <a:spAutoFit/>
            </a:bodyPr>
            <a:lstStyle/>
            <a:p>
              <a:r>
                <a:rPr lang="en-US"/>
                <a:t>Avg. 29K weekly TB deaths</a:t>
              </a:r>
            </a:p>
          </p:txBody>
        </p:sp>
        <p:sp>
          <p:nvSpPr>
            <p:cNvPr id="21" name="TextBox 20">
              <a:extLst>
                <a:ext uri="{FF2B5EF4-FFF2-40B4-BE49-F238E27FC236}">
                  <a16:creationId xmlns:a16="http://schemas.microsoft.com/office/drawing/2014/main" id="{FFFA176C-F5BB-1642-1DBE-537AA6B0D4AF}"/>
                </a:ext>
              </a:extLst>
            </p:cNvPr>
            <p:cNvSpPr txBox="1"/>
            <p:nvPr/>
          </p:nvSpPr>
          <p:spPr>
            <a:xfrm>
              <a:off x="334129" y="2384895"/>
              <a:ext cx="3904210" cy="369332"/>
            </a:xfrm>
            <a:prstGeom prst="rect">
              <a:avLst/>
            </a:prstGeom>
            <a:noFill/>
          </p:spPr>
          <p:txBody>
            <a:bodyPr wrap="none" rtlCol="0">
              <a:spAutoFit/>
            </a:bodyPr>
            <a:lstStyle/>
            <a:p>
              <a:r>
                <a:rPr lang="en-US" dirty="0"/>
                <a:t>Global COVID-19 deaths (weekly, WHO)</a:t>
              </a:r>
            </a:p>
          </p:txBody>
        </p:sp>
        <p:sp>
          <p:nvSpPr>
            <p:cNvPr id="22" name="Rectangle 21">
              <a:extLst>
                <a:ext uri="{FF2B5EF4-FFF2-40B4-BE49-F238E27FC236}">
                  <a16:creationId xmlns:a16="http://schemas.microsoft.com/office/drawing/2014/main" id="{D02DAC5F-0C0E-0905-154D-2CBEAC92263A}"/>
                </a:ext>
              </a:extLst>
            </p:cNvPr>
            <p:cNvSpPr/>
            <p:nvPr/>
          </p:nvSpPr>
          <p:spPr>
            <a:xfrm>
              <a:off x="341971" y="2384895"/>
              <a:ext cx="6551199" cy="3094071"/>
            </a:xfrm>
            <a:prstGeom prst="rect">
              <a:avLst/>
            </a:prstGeom>
            <a:noFill/>
            <a:ln w="952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4" name="TextBox 23">
            <a:extLst>
              <a:ext uri="{FF2B5EF4-FFF2-40B4-BE49-F238E27FC236}">
                <a16:creationId xmlns:a16="http://schemas.microsoft.com/office/drawing/2014/main" id="{77229CEA-38AC-A6F5-BEC1-FD0F4A9614F1}"/>
              </a:ext>
            </a:extLst>
          </p:cNvPr>
          <p:cNvSpPr txBox="1"/>
          <p:nvPr/>
        </p:nvSpPr>
        <p:spPr>
          <a:xfrm>
            <a:off x="10901967" y="3577155"/>
            <a:ext cx="1274984" cy="923330"/>
          </a:xfrm>
          <a:prstGeom prst="rect">
            <a:avLst/>
          </a:prstGeom>
          <a:noFill/>
        </p:spPr>
        <p:txBody>
          <a:bodyPr wrap="square" rtlCol="0">
            <a:spAutoFit/>
          </a:bodyPr>
          <a:lstStyle/>
          <a:p>
            <a:r>
              <a:rPr lang="en-US" b="1" i="1" dirty="0"/>
              <a:t>1.25 M TB deaths in 2023</a:t>
            </a:r>
          </a:p>
        </p:txBody>
      </p:sp>
      <p:pic>
        <p:nvPicPr>
          <p:cNvPr id="3" name="Picture 2">
            <a:extLst>
              <a:ext uri="{FF2B5EF4-FFF2-40B4-BE49-F238E27FC236}">
                <a16:creationId xmlns:a16="http://schemas.microsoft.com/office/drawing/2014/main" id="{8F192D6A-5D78-6C77-3D1B-170F3DF55C41}"/>
              </a:ext>
            </a:extLst>
          </p:cNvPr>
          <p:cNvPicPr>
            <a:picLocks noChangeAspect="1"/>
          </p:cNvPicPr>
          <p:nvPr/>
        </p:nvPicPr>
        <p:blipFill>
          <a:blip r:embed="rId6"/>
          <a:stretch>
            <a:fillRect/>
          </a:stretch>
        </p:blipFill>
        <p:spPr>
          <a:xfrm>
            <a:off x="7264842" y="3653514"/>
            <a:ext cx="3564184" cy="2068500"/>
          </a:xfrm>
          <a:prstGeom prst="rect">
            <a:avLst/>
          </a:prstGeom>
        </p:spPr>
      </p:pic>
      <p:pic>
        <p:nvPicPr>
          <p:cNvPr id="8" name="Picture 7">
            <a:extLst>
              <a:ext uri="{FF2B5EF4-FFF2-40B4-BE49-F238E27FC236}">
                <a16:creationId xmlns:a16="http://schemas.microsoft.com/office/drawing/2014/main" id="{32A25F20-0C55-1773-3DFB-36EF06E7CED8}"/>
              </a:ext>
            </a:extLst>
          </p:cNvPr>
          <p:cNvPicPr>
            <a:picLocks noChangeAspect="1"/>
          </p:cNvPicPr>
          <p:nvPr/>
        </p:nvPicPr>
        <p:blipFill>
          <a:blip r:embed="rId7"/>
          <a:stretch>
            <a:fillRect/>
          </a:stretch>
        </p:blipFill>
        <p:spPr>
          <a:xfrm>
            <a:off x="7300003" y="655245"/>
            <a:ext cx="3601964" cy="2102519"/>
          </a:xfrm>
          <a:prstGeom prst="rect">
            <a:avLst/>
          </a:prstGeom>
        </p:spPr>
      </p:pic>
      <p:sp>
        <p:nvSpPr>
          <p:cNvPr id="9" name="TextBox 8">
            <a:extLst>
              <a:ext uri="{FF2B5EF4-FFF2-40B4-BE49-F238E27FC236}">
                <a16:creationId xmlns:a16="http://schemas.microsoft.com/office/drawing/2014/main" id="{0CC88C88-CF72-4D44-4511-782097452779}"/>
              </a:ext>
            </a:extLst>
          </p:cNvPr>
          <p:cNvSpPr txBox="1"/>
          <p:nvPr/>
        </p:nvSpPr>
        <p:spPr>
          <a:xfrm>
            <a:off x="7264841" y="44351"/>
            <a:ext cx="4081445" cy="523220"/>
          </a:xfrm>
          <a:prstGeom prst="rect">
            <a:avLst/>
          </a:prstGeom>
          <a:noFill/>
        </p:spPr>
        <p:txBody>
          <a:bodyPr wrap="square" rtlCol="0">
            <a:spAutoFit/>
          </a:bodyPr>
          <a:lstStyle/>
          <a:p>
            <a:r>
              <a:rPr lang="en-US" sz="1400" b="1" dirty="0"/>
              <a:t>Global trends in the estimated number of incident TB cases (in millions)</a:t>
            </a:r>
          </a:p>
        </p:txBody>
      </p:sp>
    </p:spTree>
    <p:extLst>
      <p:ext uri="{BB962C8B-B14F-4D97-AF65-F5344CB8AC3E}">
        <p14:creationId xmlns:p14="http://schemas.microsoft.com/office/powerpoint/2010/main" val="4292752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26769" y="325360"/>
            <a:ext cx="7874622" cy="584775"/>
          </a:xfrm>
          <a:prstGeom prst="rect">
            <a:avLst/>
          </a:prstGeom>
          <a:noFill/>
        </p:spPr>
        <p:txBody>
          <a:bodyPr wrap="square" rtlCol="0">
            <a:spAutoFit/>
          </a:bodyPr>
          <a:lstStyle/>
          <a:p>
            <a:r>
              <a:rPr lang="en-US" sz="3200" b="1">
                <a:latin typeface="+mj-lt"/>
                <a:cs typeface="Arial" panose="020B0604020202020204" pitchFamily="34" charset="0"/>
              </a:rPr>
              <a:t>Opportunities to get involved in TB research</a:t>
            </a:r>
          </a:p>
        </p:txBody>
      </p:sp>
      <p:sp>
        <p:nvSpPr>
          <p:cNvPr id="4" name="TextBox 3">
            <a:extLst>
              <a:ext uri="{FF2B5EF4-FFF2-40B4-BE49-F238E27FC236}">
                <a16:creationId xmlns:a16="http://schemas.microsoft.com/office/drawing/2014/main" id="{8A5B1908-5A22-9937-4236-7133897B0BD4}"/>
              </a:ext>
            </a:extLst>
          </p:cNvPr>
          <p:cNvSpPr txBox="1"/>
          <p:nvPr/>
        </p:nvSpPr>
        <p:spPr>
          <a:xfrm>
            <a:off x="416845" y="991948"/>
            <a:ext cx="7997963" cy="3154710"/>
          </a:xfrm>
          <a:prstGeom prst="rect">
            <a:avLst/>
          </a:prstGeom>
          <a:noFill/>
        </p:spPr>
        <p:txBody>
          <a:bodyPr wrap="square" rtlCol="0">
            <a:spAutoFit/>
          </a:bodyPr>
          <a:lstStyle/>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Join SEATRAC or your local NIH TB Research Accelerator (TRAC)</a:t>
            </a:r>
          </a:p>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Join for access to Clinical, Immunology and Data Science Core services (e.g., BSL3 trainings, sample repository, data science consultations, seminar announcements)</a:t>
            </a:r>
          </a:p>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SEATRAC seed funding ($50K/</a:t>
            </a:r>
            <a:r>
              <a:rPr lang="en-US" sz="2200" dirty="0" err="1">
                <a:latin typeface="+mj-lt"/>
                <a:cs typeface="Arial" panose="020B0604020202020204" pitchFamily="34" charset="0"/>
              </a:rPr>
              <a:t>yr</a:t>
            </a:r>
            <a:r>
              <a:rPr lang="en-US" sz="2200" dirty="0">
                <a:latin typeface="+mj-lt"/>
                <a:cs typeface="Arial" panose="020B0604020202020204" pitchFamily="34" charset="0"/>
              </a:rPr>
              <a:t> for 2 </a:t>
            </a:r>
            <a:r>
              <a:rPr lang="en-US" sz="2200" dirty="0" err="1">
                <a:latin typeface="+mj-lt"/>
                <a:cs typeface="Arial" panose="020B0604020202020204" pitchFamily="34" charset="0"/>
              </a:rPr>
              <a:t>yrs</a:t>
            </a:r>
            <a:r>
              <a:rPr lang="en-US" sz="2200" dirty="0">
                <a:latin typeface="+mj-lt"/>
                <a:cs typeface="Arial" panose="020B0604020202020204" pitchFamily="34" charset="0"/>
              </a:rPr>
              <a:t>):</a:t>
            </a:r>
            <a:br>
              <a:rPr lang="en-US" sz="2200" dirty="0">
                <a:latin typeface="+mj-lt"/>
                <a:cs typeface="Arial" panose="020B0604020202020204" pitchFamily="34" charset="0"/>
              </a:rPr>
            </a:br>
            <a:r>
              <a:rPr lang="en-US" sz="2200" dirty="0">
                <a:latin typeface="+mj-lt"/>
                <a:cs typeface="Arial" panose="020B0604020202020204" pitchFamily="34" charset="0"/>
              </a:rPr>
              <a:t>“New to TB” and “New Investigator” awards</a:t>
            </a:r>
          </a:p>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Regular seminar series (</a:t>
            </a:r>
            <a:r>
              <a:rPr lang="en-US" dirty="0">
                <a:latin typeface="+mj-lt"/>
                <a:cs typeface="Arial" panose="020B0604020202020204" pitchFamily="34" charset="0"/>
              </a:rPr>
              <a:t>monthly at UW SLU)</a:t>
            </a:r>
          </a:p>
        </p:txBody>
      </p:sp>
      <p:pic>
        <p:nvPicPr>
          <p:cNvPr id="2" name="Picture 1" descr="Logo&#10;&#10;Description automatically generated">
            <a:extLst>
              <a:ext uri="{FF2B5EF4-FFF2-40B4-BE49-F238E27FC236}">
                <a16:creationId xmlns:a16="http://schemas.microsoft.com/office/drawing/2014/main" id="{FFC8A093-E907-3D75-922A-A40AA080B6FB}"/>
              </a:ext>
            </a:extLst>
          </p:cNvPr>
          <p:cNvPicPr>
            <a:picLocks noChangeAspect="1"/>
          </p:cNvPicPr>
          <p:nvPr/>
        </p:nvPicPr>
        <p:blipFill>
          <a:blip r:embed="rId3"/>
          <a:stretch>
            <a:fillRect/>
          </a:stretch>
        </p:blipFill>
        <p:spPr>
          <a:xfrm>
            <a:off x="8201391" y="1390818"/>
            <a:ext cx="3434745" cy="1132092"/>
          </a:xfrm>
          <a:prstGeom prst="rect">
            <a:avLst/>
          </a:prstGeom>
        </p:spPr>
      </p:pic>
      <p:pic>
        <p:nvPicPr>
          <p:cNvPr id="1026" name="Picture 2">
            <a:extLst>
              <a:ext uri="{FF2B5EF4-FFF2-40B4-BE49-F238E27FC236}">
                <a16:creationId xmlns:a16="http://schemas.microsoft.com/office/drawing/2014/main" id="{FA1ABF3A-9286-4672-59FA-603FB10152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8341" y="3510261"/>
            <a:ext cx="1660842" cy="81689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FF3D7CF8-99E1-595F-05FD-A2607FA422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4808" y="2569303"/>
            <a:ext cx="3007909" cy="76820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326F8D44-84FC-340C-DA29-0B23F80D1E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8582" y="4818099"/>
            <a:ext cx="2380360" cy="5734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4A8FECA-A79C-2693-1AB4-3E614D90B13D}"/>
              </a:ext>
            </a:extLst>
          </p:cNvPr>
          <p:cNvPicPr>
            <a:picLocks noChangeAspect="1"/>
          </p:cNvPicPr>
          <p:nvPr/>
        </p:nvPicPr>
        <p:blipFill>
          <a:blip r:embed="rId7"/>
          <a:stretch>
            <a:fillRect/>
          </a:stretch>
        </p:blipFill>
        <p:spPr>
          <a:xfrm>
            <a:off x="1266492" y="4327157"/>
            <a:ext cx="6298668" cy="2331537"/>
          </a:xfrm>
          <a:prstGeom prst="rect">
            <a:avLst/>
          </a:prstGeom>
        </p:spPr>
      </p:pic>
      <p:sp>
        <p:nvSpPr>
          <p:cNvPr id="7" name="TextBox 6">
            <a:extLst>
              <a:ext uri="{FF2B5EF4-FFF2-40B4-BE49-F238E27FC236}">
                <a16:creationId xmlns:a16="http://schemas.microsoft.com/office/drawing/2014/main" id="{DCC902CC-E3AC-A621-71DC-ED8E2E565E7F}"/>
              </a:ext>
            </a:extLst>
          </p:cNvPr>
          <p:cNvSpPr txBox="1"/>
          <p:nvPr/>
        </p:nvSpPr>
        <p:spPr>
          <a:xfrm>
            <a:off x="7565160" y="6347974"/>
            <a:ext cx="2488453" cy="369332"/>
          </a:xfrm>
          <a:prstGeom prst="rect">
            <a:avLst/>
          </a:prstGeom>
          <a:noFill/>
        </p:spPr>
        <p:txBody>
          <a:bodyPr wrap="square">
            <a:spAutoFit/>
          </a:bodyPr>
          <a:lstStyle/>
          <a:p>
            <a:r>
              <a:rPr lang="en-US" dirty="0"/>
              <a:t>https://seatrac.uw.edu/</a:t>
            </a:r>
          </a:p>
        </p:txBody>
      </p:sp>
    </p:spTree>
    <p:extLst>
      <p:ext uri="{BB962C8B-B14F-4D97-AF65-F5344CB8AC3E}">
        <p14:creationId xmlns:p14="http://schemas.microsoft.com/office/powerpoint/2010/main" val="3274693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urple sign with white text&#10;&#10;Description automatically generated">
            <a:extLst>
              <a:ext uri="{FF2B5EF4-FFF2-40B4-BE49-F238E27FC236}">
                <a16:creationId xmlns:a16="http://schemas.microsoft.com/office/drawing/2014/main" id="{0491F2B0-F11B-28FC-AF8F-27FFC74FE8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378" y="927327"/>
            <a:ext cx="2933063" cy="2933063"/>
          </a:xfrm>
          <a:prstGeom prst="rect">
            <a:avLst/>
          </a:prstGeom>
        </p:spPr>
      </p:pic>
      <p:sp>
        <p:nvSpPr>
          <p:cNvPr id="12" name="TextBox 11">
            <a:extLst>
              <a:ext uri="{FF2B5EF4-FFF2-40B4-BE49-F238E27FC236}">
                <a16:creationId xmlns:a16="http://schemas.microsoft.com/office/drawing/2014/main" id="{BB70051B-9DCC-105F-FFE2-0FC21B1520AB}"/>
              </a:ext>
            </a:extLst>
          </p:cNvPr>
          <p:cNvSpPr txBox="1"/>
          <p:nvPr/>
        </p:nvSpPr>
        <p:spPr>
          <a:xfrm>
            <a:off x="829036" y="4561879"/>
            <a:ext cx="10533928" cy="1877437"/>
          </a:xfrm>
          <a:prstGeom prst="rect">
            <a:avLst/>
          </a:prstGeom>
          <a:noFill/>
        </p:spPr>
        <p:txBody>
          <a:bodyPr wrap="square" rtlCol="0">
            <a:spAutoFit/>
          </a:bodyPr>
          <a:lstStyle/>
          <a:p>
            <a:pPr algn="ctr"/>
            <a:r>
              <a:rPr lang="en-US" sz="4400" b="1" dirty="0">
                <a:latin typeface="+mj-lt"/>
                <a:cs typeface="Arial" panose="020B0604020202020204" pitchFamily="34" charset="0"/>
              </a:rPr>
              <a:t>Thank you for participating!</a:t>
            </a:r>
          </a:p>
          <a:p>
            <a:pPr algn="ctr"/>
            <a:endParaRPr lang="en-US" sz="4400" b="1" dirty="0">
              <a:latin typeface="+mj-lt"/>
              <a:cs typeface="Arial" panose="020B0604020202020204" pitchFamily="34" charset="0"/>
            </a:endParaRPr>
          </a:p>
          <a:p>
            <a:pPr algn="ctr"/>
            <a:r>
              <a:rPr lang="en-US" sz="2800" b="1" dirty="0">
                <a:latin typeface="+mj-lt"/>
                <a:cs typeface="Arial" panose="020B0604020202020204" pitchFamily="34" charset="0"/>
              </a:rPr>
              <a:t>Your feedback is welcome for next time</a:t>
            </a:r>
          </a:p>
        </p:txBody>
      </p:sp>
    </p:spTree>
    <p:extLst>
      <p:ext uri="{BB962C8B-B14F-4D97-AF65-F5344CB8AC3E}">
        <p14:creationId xmlns:p14="http://schemas.microsoft.com/office/powerpoint/2010/main" val="3037812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17F2C352185545A3F6DF5A38DDF33E" ma:contentTypeVersion="6" ma:contentTypeDescription="Create a new document." ma:contentTypeScope="" ma:versionID="4ecff682161bae12b2186e1905d76f27">
  <xsd:schema xmlns:xsd="http://www.w3.org/2001/XMLSchema" xmlns:xs="http://www.w3.org/2001/XMLSchema" xmlns:p="http://schemas.microsoft.com/office/2006/metadata/properties" xmlns:ns2="04809d26-5546-4812-96ee-adc8741d454f" xmlns:ns3="cbdabaef-9d77-4581-bdc3-02128d36b22c" targetNamespace="http://schemas.microsoft.com/office/2006/metadata/properties" ma:root="true" ma:fieldsID="4c32835884dc35ce8ef44dc21deb5bdc" ns2:_="" ns3:_="">
    <xsd:import namespace="04809d26-5546-4812-96ee-adc8741d454f"/>
    <xsd:import namespace="cbdabaef-9d77-4581-bdc3-02128d36b2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809d26-5546-4812-96ee-adc8741d45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dabaef-9d77-4581-bdc3-02128d36b2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D09CCC-183E-4C94-801D-6F2575EE4C57}">
  <ds:schemaRefs>
    <ds:schemaRef ds:uri="http://schemas.microsoft.com/sharepoint/v3/contenttype/forms"/>
  </ds:schemaRefs>
</ds:datastoreItem>
</file>

<file path=customXml/itemProps2.xml><?xml version="1.0" encoding="utf-8"?>
<ds:datastoreItem xmlns:ds="http://schemas.openxmlformats.org/officeDocument/2006/customXml" ds:itemID="{A054B514-FEAB-4F15-AB0A-0BB9B87F734F}">
  <ds:schemaRefs>
    <ds:schemaRef ds:uri="04809d26-5546-4812-96ee-adc8741d454f"/>
    <ds:schemaRef ds:uri="cbdabaef-9d77-4581-bdc3-02128d36b22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B04CED6-3888-4BAC-9E38-27F8D9F1DDEC}">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cbdabaef-9d77-4581-bdc3-02128d36b22c"/>
    <ds:schemaRef ds:uri="http://schemas.microsoft.com/office/2006/documentManagement/types"/>
    <ds:schemaRef ds:uri="04809d26-5546-4812-96ee-adc8741d454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10365</TotalTime>
  <Words>676</Words>
  <Application>Microsoft Office PowerPoint</Application>
  <PresentationFormat>Widescreen</PresentationFormat>
  <Paragraphs>95</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-apple-system</vt:lpstr>
      <vt:lpstr>Arial</vt:lpstr>
      <vt:lpstr>Calibri</vt:lpstr>
      <vt:lpstr>Courier New</vt:lpstr>
      <vt:lpstr>Montserrat</vt:lpstr>
      <vt:lpstr>Times</vt:lpstr>
      <vt:lpstr>Wingdings</vt:lpstr>
      <vt:lpstr>Office Theme</vt:lpstr>
      <vt:lpstr>TB Hackday February 11, 2025</vt:lpstr>
      <vt:lpstr>PowerPoint Presentation</vt:lpstr>
      <vt:lpstr>PowerPoint Presentation</vt:lpstr>
      <vt:lpstr>Guest speakers</vt:lpstr>
      <vt:lpstr>PowerPoint Presentation</vt:lpstr>
      <vt:lpstr>PowerPoint Presentation</vt:lpstr>
      <vt:lpstr>PowerPoint Presentation</vt:lpstr>
      <vt:lpstr>PowerPoint Presentation</vt:lpstr>
    </vt:vector>
  </TitlesOfParts>
  <Company>Fred Hutch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 Title</dc:title>
  <dc:creator>Chung, Michelle</dc:creator>
  <cp:lastModifiedBy>Fiore-Gartland, Andrew J</cp:lastModifiedBy>
  <cp:revision>4</cp:revision>
  <dcterms:created xsi:type="dcterms:W3CDTF">2017-09-01T17:39:30Z</dcterms:created>
  <dcterms:modified xsi:type="dcterms:W3CDTF">2026-01-24T01:08:49Z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0x010100CF17F2C352185545A3F6DF5A38DDF33E</vt:lpwstr>
  </property>
</Properties>
</file>